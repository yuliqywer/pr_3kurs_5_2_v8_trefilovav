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309" r:id="rId6"/>
    <p:sldId id="258" r:id="rId7"/>
    <p:sldId id="263" r:id="rId8"/>
    <p:sldId id="310" r:id="rId9"/>
    <p:sldId id="287" r:id="rId10"/>
    <p:sldId id="311" r:id="rId11"/>
    <p:sldId id="312" r:id="rId12"/>
    <p:sldId id="313" r:id="rId13"/>
  </p:sldIdLst>
  <p:sldSz cx="9144000" cy="5143500"/>
  <p:notesSz cx="6858000" cy="9144000"/>
  <p:embeddedFontLst>
    <p:embeddedFont>
      <p:font typeface="SimSun" panose="02010600030101010101" pitchFamily="2" charset="-122"/>
      <p:regular r:id="rId17"/>
    </p:embeddedFont>
    <p:embeddedFont>
      <p:font typeface="Poiret One" panose="02000000000000000000"/>
      <p:regular r:id="rId18"/>
    </p:embeddedFont>
    <p:embeddedFont>
      <p:font typeface="Bebas Neue" panose="020B0606020202050201"/>
      <p:regular r:id="rId19"/>
    </p:embeddedFont>
    <p:embeddedFont>
      <p:font typeface="Oxygen Light" panose="02000303000000000000"/>
      <p:regular r:id="rId20"/>
    </p:embeddedFont>
    <p:embeddedFont>
      <p:font typeface="Oxygen" panose="02000503000000000000"/>
      <p:regular r:id="rId21"/>
      <p:bold r:id="rId22"/>
    </p:embeddedFont>
    <p:embeddedFont>
      <p:font typeface="Oxygen" panose="02000503000000000000" charset="0"/>
      <p:regular r:id="rId23"/>
      <p:bold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font" Target="fonts/font8.fntdata"/><Relationship Id="rId23" Type="http://schemas.openxmlformats.org/officeDocument/2006/relationships/font" Target="fonts/font7.fntdata"/><Relationship Id="rId22" Type="http://schemas.openxmlformats.org/officeDocument/2006/relationships/font" Target="fonts/font6.fntdata"/><Relationship Id="rId21" Type="http://schemas.openxmlformats.org/officeDocument/2006/relationships/font" Target="fonts/font5.fntdata"/><Relationship Id="rId20" Type="http://schemas.openxmlformats.org/officeDocument/2006/relationships/font" Target="fonts/font4.fntdata"/><Relationship Id="rId2" Type="http://schemas.openxmlformats.org/officeDocument/2006/relationships/theme" Target="theme/theme1.xml"/><Relationship Id="rId19" Type="http://schemas.openxmlformats.org/officeDocument/2006/relationships/font" Target="fonts/font3.fntdata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a25f85cae5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a25f85cae5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ac439249f7_0_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ac439249f7_0_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ac439249f7_0_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ac439249f7_0_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ac439249f7_0_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ac439249f7_0_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4a95b51c60_0_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4a95b51c60_0_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ac8787dcf5_1_6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ac8787dcf5_1_6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ac8787dcf5_1_6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ac8787dcf5_1_6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ac8787dcf5_1_6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ac8787dcf5_1_6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ac439249f7_0_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ac439249f7_0_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ac439249f7_0_3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ac439249f7_0_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5" Type="http://schemas.openxmlformats.org/officeDocument/2006/relationships/hyperlink" Target="https://www.freepik.com/" TargetMode="External"/><Relationship Id="rId4" Type="http://schemas.openxmlformats.org/officeDocument/2006/relationships/hyperlink" Target="https://www.flaticon.com/" TargetMode="External"/><Relationship Id="rId3" Type="http://schemas.openxmlformats.org/officeDocument/2006/relationships/hyperlink" Target="https://slidesgo.com/" TargetMode="External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999" cy="5144006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/>
          <p:nvPr>
            <p:ph type="ctrTitle"/>
          </p:nvPr>
        </p:nvSpPr>
        <p:spPr>
          <a:xfrm>
            <a:off x="3438725" y="970200"/>
            <a:ext cx="4562400" cy="241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4400" b="1">
                <a:latin typeface="Poiret One" panose="02000000000000000000"/>
                <a:ea typeface="Poiret One" panose="02000000000000000000"/>
                <a:cs typeface="Poiret One" panose="02000000000000000000"/>
                <a:sym typeface="Poiret One" panose="0200000000000000000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3438917" y="3380700"/>
            <a:ext cx="45624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Oxygen" panose="02000503000000000000"/>
                <a:ea typeface="Oxygen" panose="02000503000000000000"/>
                <a:cs typeface="Oxygen" panose="02000503000000000000"/>
                <a:sym typeface="Oxygen" panose="0200050300000000000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484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/>
          <p:nvPr>
            <p:ph type="title"/>
          </p:nvPr>
        </p:nvSpPr>
        <p:spPr>
          <a:xfrm>
            <a:off x="5139007" y="2342625"/>
            <a:ext cx="3285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5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type="title" idx="2" hasCustomPrompt="1"/>
          </p:nvPr>
        </p:nvSpPr>
        <p:spPr>
          <a:xfrm>
            <a:off x="5138900" y="1106175"/>
            <a:ext cx="3285000" cy="126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7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 txBox="1"/>
          <p:nvPr>
            <p:ph type="subTitle" idx="1"/>
          </p:nvPr>
        </p:nvSpPr>
        <p:spPr>
          <a:xfrm>
            <a:off x="5139001" y="3323950"/>
            <a:ext cx="32850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latin typeface="Oxygen" panose="02000503000000000000"/>
                <a:ea typeface="Oxygen" panose="02000503000000000000"/>
                <a:cs typeface="Oxygen" panose="02000503000000000000"/>
                <a:sym typeface="Oxygen" panose="02000503000000000000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4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4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xygen" panose="02000503000000000000"/>
              <a:buChar char="●"/>
              <a:defRPr sz="1400">
                <a:latin typeface="Oxygen" panose="02000503000000000000"/>
                <a:ea typeface="Oxygen" panose="02000503000000000000"/>
                <a:cs typeface="Oxygen" panose="02000503000000000000"/>
                <a:sym typeface="Oxygen" panose="02000503000000000000"/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Oxygen" panose="02000503000000000000"/>
              <a:buChar char="○"/>
              <a:defRPr>
                <a:latin typeface="Oxygen" panose="02000503000000000000"/>
                <a:ea typeface="Oxygen" panose="02000503000000000000"/>
                <a:cs typeface="Oxygen" panose="02000503000000000000"/>
                <a:sym typeface="Oxygen" panose="02000503000000000000"/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Oxygen" panose="02000503000000000000"/>
              <a:buChar char="■"/>
              <a:defRPr>
                <a:latin typeface="Oxygen" panose="02000503000000000000"/>
                <a:ea typeface="Oxygen" panose="02000503000000000000"/>
                <a:cs typeface="Oxygen" panose="02000503000000000000"/>
                <a:sym typeface="Oxygen" panose="02000503000000000000"/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Oxygen" panose="02000503000000000000"/>
              <a:buChar char="●"/>
              <a:defRPr>
                <a:latin typeface="Oxygen" panose="02000503000000000000"/>
                <a:ea typeface="Oxygen" panose="02000503000000000000"/>
                <a:cs typeface="Oxygen" panose="02000503000000000000"/>
                <a:sym typeface="Oxygen" panose="02000503000000000000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Oxygen" panose="02000503000000000000"/>
              <a:buChar char="○"/>
              <a:defRPr>
                <a:latin typeface="Oxygen" panose="02000503000000000000"/>
                <a:ea typeface="Oxygen" panose="02000503000000000000"/>
                <a:cs typeface="Oxygen" panose="02000503000000000000"/>
                <a:sym typeface="Oxygen" panose="02000503000000000000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Oxygen" panose="02000503000000000000"/>
              <a:buChar char="■"/>
              <a:defRPr>
                <a:latin typeface="Oxygen" panose="02000503000000000000"/>
                <a:ea typeface="Oxygen" panose="02000503000000000000"/>
                <a:cs typeface="Oxygen" panose="02000503000000000000"/>
                <a:sym typeface="Oxygen" panose="02000503000000000000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Oxygen" panose="02000503000000000000"/>
              <a:buChar char="●"/>
              <a:defRPr>
                <a:latin typeface="Oxygen" panose="02000503000000000000"/>
                <a:ea typeface="Oxygen" panose="02000503000000000000"/>
                <a:cs typeface="Oxygen" panose="02000503000000000000"/>
                <a:sym typeface="Oxygen" panose="02000503000000000000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Oxygen" panose="02000503000000000000"/>
              <a:buChar char="○"/>
              <a:defRPr>
                <a:latin typeface="Oxygen" panose="02000503000000000000"/>
                <a:ea typeface="Oxygen" panose="02000503000000000000"/>
                <a:cs typeface="Oxygen" panose="02000503000000000000"/>
                <a:sym typeface="Oxygen" panose="02000503000000000000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Oxygen" panose="02000503000000000000"/>
              <a:buChar char="■"/>
              <a:defRPr>
                <a:latin typeface="Oxygen" panose="02000503000000000000"/>
                <a:ea typeface="Oxygen" panose="02000503000000000000"/>
                <a:cs typeface="Oxygen" panose="02000503000000000000"/>
                <a:sym typeface="Oxygen" panose="02000503000000000000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5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5"/>
          <p:cNvSpPr txBox="1"/>
          <p:nvPr>
            <p:ph type="subTitle" idx="1"/>
          </p:nvPr>
        </p:nvSpPr>
        <p:spPr>
          <a:xfrm>
            <a:off x="703800" y="2491350"/>
            <a:ext cx="34941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ebas Neue" panose="020B0606020202050201"/>
              <a:buNone/>
              <a:defRPr sz="2000" b="1">
                <a:solidFill>
                  <a:schemeClr val="dk1"/>
                </a:solidFill>
                <a:latin typeface="Poiret One" panose="02000000000000000000"/>
                <a:ea typeface="Poiret One" panose="02000000000000000000"/>
                <a:cs typeface="Poiret One" panose="02000000000000000000"/>
                <a:sym typeface="Poiret One" panose="02000000000000000000"/>
              </a:defRPr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 panose="020B0606020202050201"/>
              <a:buNone/>
              <a:defRPr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 panose="020B0606020202050201"/>
              <a:buNone/>
              <a:defRPr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 panose="020B0606020202050201"/>
              <a:buNone/>
              <a:defRPr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 panose="020B0606020202050201"/>
              <a:buNone/>
              <a:defRPr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 panose="020B0606020202050201"/>
              <a:buNone/>
              <a:defRPr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 panose="020B0606020202050201"/>
              <a:buNone/>
              <a:defRPr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 panose="020B0606020202050201"/>
              <a:buNone/>
              <a:defRPr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Bebas Neue" panose="020B0606020202050201"/>
              <a:buNone/>
              <a:defRPr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24" name="Google Shape;24;p5"/>
          <p:cNvSpPr txBox="1"/>
          <p:nvPr>
            <p:ph type="subTitle" idx="2"/>
          </p:nvPr>
        </p:nvSpPr>
        <p:spPr>
          <a:xfrm>
            <a:off x="4913600" y="2491350"/>
            <a:ext cx="35103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ebas Neue" panose="020B0606020202050201"/>
              <a:buNone/>
              <a:defRPr sz="2000" b="1">
                <a:solidFill>
                  <a:schemeClr val="dk1"/>
                </a:solidFill>
                <a:latin typeface="Poiret One" panose="02000000000000000000"/>
                <a:ea typeface="Poiret One" panose="02000000000000000000"/>
                <a:cs typeface="Poiret One" panose="02000000000000000000"/>
                <a:sym typeface="Poiret One" panose="02000000000000000000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 panose="020B0606020202050201"/>
              <a:buNone/>
              <a:defRPr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 panose="020B0606020202050201"/>
              <a:buNone/>
              <a:defRPr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 panose="020B0606020202050201"/>
              <a:buNone/>
              <a:defRPr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 panose="020B0606020202050201"/>
              <a:buNone/>
              <a:defRPr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 panose="020B0606020202050201"/>
              <a:buNone/>
              <a:defRPr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 panose="020B0606020202050201"/>
              <a:buNone/>
              <a:defRPr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 panose="020B0606020202050201"/>
              <a:buNone/>
              <a:defRPr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Bebas Neue" panose="020B0606020202050201"/>
              <a:buNone/>
              <a:defRPr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25" name="Google Shape;25;p5"/>
          <p:cNvSpPr txBox="1"/>
          <p:nvPr>
            <p:ph type="subTitle" idx="3"/>
          </p:nvPr>
        </p:nvSpPr>
        <p:spPr>
          <a:xfrm>
            <a:off x="703800" y="3001175"/>
            <a:ext cx="3494100" cy="93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latin typeface="Oxygen" panose="02000503000000000000"/>
                <a:ea typeface="Oxygen" panose="02000503000000000000"/>
                <a:cs typeface="Oxygen" panose="02000503000000000000"/>
                <a:sym typeface="Oxygen" panose="02000503000000000000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type="subTitle" idx="4"/>
          </p:nvPr>
        </p:nvSpPr>
        <p:spPr>
          <a:xfrm>
            <a:off x="4913600" y="3001175"/>
            <a:ext cx="3510300" cy="93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latin typeface="Oxygen" panose="02000503000000000000"/>
                <a:ea typeface="Oxygen" panose="02000503000000000000"/>
                <a:cs typeface="Oxygen" panose="02000503000000000000"/>
                <a:sym typeface="Oxygen" panose="02000503000000000000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4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6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14401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4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7"/>
          <p:cNvPicPr preferRelativeResize="0"/>
          <p:nvPr/>
        </p:nvPicPr>
        <p:blipFill>
          <a:blip r:embed="rId2"/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7"/>
          <p:cNvSpPr txBox="1"/>
          <p:nvPr>
            <p:ph type="title"/>
          </p:nvPr>
        </p:nvSpPr>
        <p:spPr>
          <a:xfrm>
            <a:off x="1147850" y="1371175"/>
            <a:ext cx="6848400" cy="86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45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type="subTitle" idx="1"/>
          </p:nvPr>
        </p:nvSpPr>
        <p:spPr>
          <a:xfrm>
            <a:off x="2433000" y="2441425"/>
            <a:ext cx="4278000" cy="12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latin typeface="Oxygen" panose="02000503000000000000"/>
                <a:ea typeface="Oxygen" panose="02000503000000000000"/>
                <a:cs typeface="Oxygen" panose="02000503000000000000"/>
                <a:sym typeface="Oxygen" panose="02000503000000000000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8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8"/>
          <p:cNvSpPr txBox="1"/>
          <p:nvPr>
            <p:ph type="title"/>
          </p:nvPr>
        </p:nvSpPr>
        <p:spPr>
          <a:xfrm>
            <a:off x="1388100" y="1693050"/>
            <a:ext cx="6367800" cy="175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7000" b="1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9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9"/>
          <p:cNvSpPr txBox="1"/>
          <p:nvPr>
            <p:ph type="title"/>
          </p:nvPr>
        </p:nvSpPr>
        <p:spPr>
          <a:xfrm>
            <a:off x="1462775" y="1330050"/>
            <a:ext cx="6218400" cy="16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87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type="subTitle" idx="1"/>
          </p:nvPr>
        </p:nvSpPr>
        <p:spPr>
          <a:xfrm>
            <a:off x="2775600" y="3100075"/>
            <a:ext cx="3592800" cy="9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latin typeface="Oxygen" panose="02000503000000000000"/>
                <a:ea typeface="Oxygen" panose="02000503000000000000"/>
                <a:cs typeface="Oxygen" panose="02000503000000000000"/>
                <a:sym typeface="Oxygen" panose="02000503000000000000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10"/>
          <p:cNvPicPr preferRelativeResize="0"/>
          <p:nvPr/>
        </p:nvPicPr>
        <p:blipFill rotWithShape="1">
          <a:blip r:embed="rId2"/>
          <a:srcRect l="56624" b="10"/>
          <a:stretch>
            <a:fillRect/>
          </a:stretch>
        </p:blipFill>
        <p:spPr>
          <a:xfrm>
            <a:off x="5177825" y="0"/>
            <a:ext cx="3966179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10"/>
          <p:cNvSpPr txBox="1"/>
          <p:nvPr>
            <p:ph type="title"/>
          </p:nvPr>
        </p:nvSpPr>
        <p:spPr>
          <a:xfrm>
            <a:off x="4781550" y="1416450"/>
            <a:ext cx="3642600" cy="186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" name="Google Shape;45;p10"/>
          <p:cNvSpPr txBox="1"/>
          <p:nvPr>
            <p:ph type="subTitle" idx="1"/>
          </p:nvPr>
        </p:nvSpPr>
        <p:spPr>
          <a:xfrm>
            <a:off x="5452800" y="3276450"/>
            <a:ext cx="2971200" cy="103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latin typeface="Oxygen" panose="02000503000000000000"/>
                <a:ea typeface="Oxygen" panose="02000503000000000000"/>
                <a:cs typeface="Oxygen" panose="02000503000000000000"/>
                <a:sym typeface="Oxygen" panose="02000503000000000000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11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1"/>
          <p:cNvSpPr txBox="1"/>
          <p:nvPr>
            <p:ph type="title" hasCustomPrompt="1"/>
          </p:nvPr>
        </p:nvSpPr>
        <p:spPr>
          <a:xfrm>
            <a:off x="1284000" y="1558475"/>
            <a:ext cx="6576000" cy="151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9" name="Google Shape;49;p11"/>
          <p:cNvSpPr txBox="1"/>
          <p:nvPr>
            <p:ph type="subTitle" idx="1"/>
          </p:nvPr>
        </p:nvSpPr>
        <p:spPr>
          <a:xfrm>
            <a:off x="1284000" y="3069625"/>
            <a:ext cx="65760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Oxygen" panose="02000503000000000000"/>
                <a:ea typeface="Oxygen" panose="02000503000000000000"/>
                <a:cs typeface="Oxygen" panose="02000503000000000000"/>
                <a:sym typeface="Oxygen" panose="02000503000000000000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bg>
      <p:bgPr>
        <a:noFill/>
        <a:effectLst/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3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3"/>
          <p:cNvSpPr txBox="1"/>
          <p:nvPr>
            <p:ph type="title"/>
          </p:nvPr>
        </p:nvSpPr>
        <p:spPr>
          <a:xfrm>
            <a:off x="720000" y="2804438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4" name="Google Shape;54;p13"/>
          <p:cNvSpPr txBox="1"/>
          <p:nvPr>
            <p:ph type="title" idx="2" hasCustomPrompt="1"/>
          </p:nvPr>
        </p:nvSpPr>
        <p:spPr>
          <a:xfrm>
            <a:off x="720000" y="1589526"/>
            <a:ext cx="23364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5" name="Google Shape;55;p13"/>
          <p:cNvSpPr txBox="1"/>
          <p:nvPr>
            <p:ph type="subTitle" idx="1"/>
          </p:nvPr>
        </p:nvSpPr>
        <p:spPr>
          <a:xfrm>
            <a:off x="720000" y="3177110"/>
            <a:ext cx="2336400" cy="8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Oxygen" panose="02000503000000000000"/>
                <a:ea typeface="Oxygen" panose="02000503000000000000"/>
                <a:cs typeface="Oxygen" panose="02000503000000000000"/>
                <a:sym typeface="Oxygen" panose="0200050300000000000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type="title" idx="3"/>
          </p:nvPr>
        </p:nvSpPr>
        <p:spPr>
          <a:xfrm>
            <a:off x="3403800" y="2804438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7" name="Google Shape;57;p13"/>
          <p:cNvSpPr txBox="1"/>
          <p:nvPr>
            <p:ph type="title" idx="4" hasCustomPrompt="1"/>
          </p:nvPr>
        </p:nvSpPr>
        <p:spPr>
          <a:xfrm>
            <a:off x="3403800" y="1589526"/>
            <a:ext cx="23364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8" name="Google Shape;58;p13"/>
          <p:cNvSpPr txBox="1"/>
          <p:nvPr>
            <p:ph type="subTitle" idx="5"/>
          </p:nvPr>
        </p:nvSpPr>
        <p:spPr>
          <a:xfrm>
            <a:off x="3403800" y="3177110"/>
            <a:ext cx="2336400" cy="8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Oxygen" panose="02000503000000000000"/>
                <a:ea typeface="Oxygen" panose="02000503000000000000"/>
                <a:cs typeface="Oxygen" panose="02000503000000000000"/>
                <a:sym typeface="Oxygen" panose="0200050300000000000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type="title" idx="6"/>
          </p:nvPr>
        </p:nvSpPr>
        <p:spPr>
          <a:xfrm>
            <a:off x="6087600" y="2804438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0" name="Google Shape;60;p13"/>
          <p:cNvSpPr txBox="1"/>
          <p:nvPr>
            <p:ph type="title" idx="7" hasCustomPrompt="1"/>
          </p:nvPr>
        </p:nvSpPr>
        <p:spPr>
          <a:xfrm>
            <a:off x="6087600" y="1589526"/>
            <a:ext cx="23364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1" name="Google Shape;61;p13"/>
          <p:cNvSpPr txBox="1"/>
          <p:nvPr>
            <p:ph type="subTitle" idx="8"/>
          </p:nvPr>
        </p:nvSpPr>
        <p:spPr>
          <a:xfrm>
            <a:off x="6087600" y="3177110"/>
            <a:ext cx="2336400" cy="8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Oxygen" panose="02000503000000000000"/>
                <a:ea typeface="Oxygen" panose="02000503000000000000"/>
                <a:cs typeface="Oxygen" panose="02000503000000000000"/>
                <a:sym typeface="Oxygen" panose="0200050300000000000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3"/>
          <p:cNvSpPr txBox="1"/>
          <p:nvPr>
            <p:ph type="title" idx="9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4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 1">
  <p:cSld name="CUSTOM_1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4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144000" cy="5143489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/>
          <p:nvPr>
            <p:ph type="title"/>
          </p:nvPr>
        </p:nvSpPr>
        <p:spPr>
          <a:xfrm>
            <a:off x="720000" y="685600"/>
            <a:ext cx="4211100" cy="340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100" b="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naheim"/>
                <a:ea typeface="Anaheim"/>
                <a:cs typeface="Anaheim"/>
                <a:sym typeface="Anahei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naheim"/>
                <a:ea typeface="Anaheim"/>
                <a:cs typeface="Anaheim"/>
                <a:sym typeface="Anahei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naheim"/>
                <a:ea typeface="Anaheim"/>
                <a:cs typeface="Anaheim"/>
                <a:sym typeface="Anahei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naheim"/>
                <a:ea typeface="Anaheim"/>
                <a:cs typeface="Anaheim"/>
                <a:sym typeface="Anahei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naheim"/>
                <a:ea typeface="Anaheim"/>
                <a:cs typeface="Anaheim"/>
                <a:sym typeface="Anahei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naheim"/>
                <a:ea typeface="Anaheim"/>
                <a:cs typeface="Anaheim"/>
                <a:sym typeface="Anahei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naheim"/>
                <a:ea typeface="Anaheim"/>
                <a:cs typeface="Anaheim"/>
                <a:sym typeface="Anahei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 txBox="1"/>
          <p:nvPr>
            <p:ph type="subTitle" idx="1"/>
          </p:nvPr>
        </p:nvSpPr>
        <p:spPr>
          <a:xfrm>
            <a:off x="720000" y="1452575"/>
            <a:ext cx="4722000" cy="27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ven Pro"/>
              <a:buChar char="●"/>
              <a:defRPr sz="1600">
                <a:latin typeface="Oxygen" panose="02000503000000000000"/>
                <a:ea typeface="Oxygen" panose="02000503000000000000"/>
                <a:cs typeface="Oxygen" panose="02000503000000000000"/>
                <a:sym typeface="Oxygen" panose="02000503000000000000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rgbClr val="024427"/>
              </a:buClr>
              <a:buSzPts val="1400"/>
              <a:buFont typeface="Maven Pro"/>
              <a:buChar char="○"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rgbClr val="024427"/>
              </a:buClr>
              <a:buSzPts val="1400"/>
              <a:buFont typeface="Maven Pro"/>
              <a:buChar char="■"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rgbClr val="024427"/>
              </a:buClr>
              <a:buSzPts val="1400"/>
              <a:buFont typeface="Maven Pro"/>
              <a:buChar char="●"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rgbClr val="024427"/>
              </a:buClr>
              <a:buSzPts val="1400"/>
              <a:buFont typeface="Maven Pro"/>
              <a:buChar char="○"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rgbClr val="024427"/>
              </a:buClr>
              <a:buSzPts val="1400"/>
              <a:buFont typeface="Maven Pro"/>
              <a:buChar char="■"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rgbClr val="024427"/>
              </a:buClr>
              <a:buSzPts val="1400"/>
              <a:buFont typeface="Maven Pro"/>
              <a:buChar char="●"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rgbClr val="024427"/>
              </a:buClr>
              <a:buSzPts val="1400"/>
              <a:buFont typeface="Maven Pro"/>
              <a:buChar char="○"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rgbClr val="024427"/>
              </a:buClr>
              <a:buSzPts val="1400"/>
              <a:buFont typeface="Maven Pro"/>
              <a:buChar char="■"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4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6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6"/>
          <p:cNvSpPr txBox="1"/>
          <p:nvPr>
            <p:ph type="title"/>
          </p:nvPr>
        </p:nvSpPr>
        <p:spPr>
          <a:xfrm>
            <a:off x="2290025" y="3353475"/>
            <a:ext cx="45639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3" name="Google Shape;73;p16"/>
          <p:cNvSpPr txBox="1"/>
          <p:nvPr>
            <p:ph type="subTitle" idx="1"/>
          </p:nvPr>
        </p:nvSpPr>
        <p:spPr>
          <a:xfrm>
            <a:off x="1454700" y="2052475"/>
            <a:ext cx="6234600" cy="124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500">
                <a:latin typeface="Oxygen" panose="02000503000000000000"/>
                <a:ea typeface="Oxygen" panose="02000503000000000000"/>
                <a:cs typeface="Oxygen" panose="02000503000000000000"/>
                <a:sym typeface="Oxygen" panose="02000503000000000000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8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7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7"/>
          <p:cNvSpPr txBox="1"/>
          <p:nvPr>
            <p:ph type="subTitle" idx="1"/>
          </p:nvPr>
        </p:nvSpPr>
        <p:spPr>
          <a:xfrm>
            <a:off x="1057950" y="3689600"/>
            <a:ext cx="2785800" cy="91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latin typeface="Oxygen" panose="02000503000000000000"/>
                <a:ea typeface="Oxygen" panose="02000503000000000000"/>
                <a:cs typeface="Oxygen" panose="02000503000000000000"/>
                <a:sym typeface="Oxygen" panose="02000503000000000000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4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type="subTitle" idx="2"/>
          </p:nvPr>
        </p:nvSpPr>
        <p:spPr>
          <a:xfrm>
            <a:off x="5275850" y="3689600"/>
            <a:ext cx="2785800" cy="91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latin typeface="Oxygen" panose="02000503000000000000"/>
                <a:ea typeface="Oxygen" panose="02000503000000000000"/>
                <a:cs typeface="Oxygen" panose="02000503000000000000"/>
                <a:sym typeface="Oxygen" panose="02000503000000000000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type="subTitle" idx="3"/>
          </p:nvPr>
        </p:nvSpPr>
        <p:spPr>
          <a:xfrm>
            <a:off x="1057800" y="3128600"/>
            <a:ext cx="2785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ebas Neue" panose="020B0606020202050201"/>
              <a:buNone/>
              <a:defRPr sz="2000" b="1">
                <a:solidFill>
                  <a:schemeClr val="dk1"/>
                </a:solidFill>
                <a:latin typeface="Poiret One" panose="02000000000000000000"/>
                <a:ea typeface="Poiret One" panose="02000000000000000000"/>
                <a:cs typeface="Poiret One" panose="02000000000000000000"/>
                <a:sym typeface="Poiret One" panose="02000000000000000000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 panose="020B0606020202050201"/>
              <a:buNone/>
              <a:defRPr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 panose="020B0606020202050201"/>
              <a:buNone/>
              <a:defRPr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 panose="020B0606020202050201"/>
              <a:buNone/>
              <a:defRPr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 panose="020B0606020202050201"/>
              <a:buNone/>
              <a:defRPr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 panose="020B0606020202050201"/>
              <a:buNone/>
              <a:defRPr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 panose="020B0606020202050201"/>
              <a:buNone/>
              <a:defRPr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 panose="020B0606020202050201"/>
              <a:buNone/>
              <a:defRPr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Bebas Neue" panose="020B0606020202050201"/>
              <a:buNone/>
              <a:defRPr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80" name="Google Shape;80;p17"/>
          <p:cNvSpPr txBox="1"/>
          <p:nvPr>
            <p:ph type="subTitle" idx="4"/>
          </p:nvPr>
        </p:nvSpPr>
        <p:spPr>
          <a:xfrm>
            <a:off x="5275850" y="3128600"/>
            <a:ext cx="2785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ebas Neue" panose="020B0606020202050201"/>
              <a:buNone/>
              <a:defRPr sz="2000" b="1">
                <a:solidFill>
                  <a:schemeClr val="dk1"/>
                </a:solidFill>
                <a:latin typeface="Poiret One" panose="02000000000000000000"/>
                <a:ea typeface="Poiret One" panose="02000000000000000000"/>
                <a:cs typeface="Poiret One" panose="02000000000000000000"/>
                <a:sym typeface="Poiret One" panose="02000000000000000000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 panose="020B0606020202050201"/>
              <a:buNone/>
              <a:defRPr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 panose="020B0606020202050201"/>
              <a:buNone/>
              <a:defRPr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 panose="020B0606020202050201"/>
              <a:buNone/>
              <a:defRPr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 panose="020B0606020202050201"/>
              <a:buNone/>
              <a:defRPr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 panose="020B0606020202050201"/>
              <a:buNone/>
              <a:defRPr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 panose="020B0606020202050201"/>
              <a:buNone/>
              <a:defRPr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 panose="020B0606020202050201"/>
              <a:buNone/>
              <a:defRPr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Bebas Neue" panose="020B0606020202050201"/>
              <a:buNone/>
              <a:defRPr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8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4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type="title" idx="2"/>
          </p:nvPr>
        </p:nvSpPr>
        <p:spPr>
          <a:xfrm>
            <a:off x="720000" y="2948538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5" name="Google Shape;85;p18"/>
          <p:cNvSpPr txBox="1"/>
          <p:nvPr>
            <p:ph type="subTitle" idx="1"/>
          </p:nvPr>
        </p:nvSpPr>
        <p:spPr>
          <a:xfrm>
            <a:off x="720000" y="3315275"/>
            <a:ext cx="2336400" cy="93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Oxygen" panose="02000503000000000000"/>
                <a:ea typeface="Oxygen" panose="02000503000000000000"/>
                <a:cs typeface="Oxygen" panose="02000503000000000000"/>
                <a:sym typeface="Oxygen" panose="02000503000000000000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type="title" idx="3"/>
          </p:nvPr>
        </p:nvSpPr>
        <p:spPr>
          <a:xfrm>
            <a:off x="3403800" y="2948538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7" name="Google Shape;87;p18"/>
          <p:cNvSpPr txBox="1"/>
          <p:nvPr>
            <p:ph type="subTitle" idx="4"/>
          </p:nvPr>
        </p:nvSpPr>
        <p:spPr>
          <a:xfrm>
            <a:off x="3403800" y="3315275"/>
            <a:ext cx="2336400" cy="93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Oxygen" panose="02000503000000000000"/>
                <a:ea typeface="Oxygen" panose="02000503000000000000"/>
                <a:cs typeface="Oxygen" panose="02000503000000000000"/>
                <a:sym typeface="Oxygen" panose="02000503000000000000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type="title" idx="5"/>
          </p:nvPr>
        </p:nvSpPr>
        <p:spPr>
          <a:xfrm>
            <a:off x="6087600" y="2948538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9" name="Google Shape;89;p18"/>
          <p:cNvSpPr txBox="1"/>
          <p:nvPr>
            <p:ph type="subTitle" idx="6"/>
          </p:nvPr>
        </p:nvSpPr>
        <p:spPr>
          <a:xfrm>
            <a:off x="6087600" y="3315275"/>
            <a:ext cx="2336400" cy="93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Oxygen" panose="02000503000000000000"/>
                <a:ea typeface="Oxygen" panose="02000503000000000000"/>
                <a:cs typeface="Oxygen" panose="02000503000000000000"/>
                <a:sym typeface="Oxygen" panose="02000503000000000000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9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4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type="title" idx="2"/>
          </p:nvPr>
        </p:nvSpPr>
        <p:spPr>
          <a:xfrm>
            <a:off x="1811453" y="1479425"/>
            <a:ext cx="2480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4" name="Google Shape;94;p19"/>
          <p:cNvSpPr txBox="1"/>
          <p:nvPr>
            <p:ph type="subTitle" idx="1"/>
          </p:nvPr>
        </p:nvSpPr>
        <p:spPr>
          <a:xfrm>
            <a:off x="1811453" y="1851750"/>
            <a:ext cx="2480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Oxygen" panose="02000503000000000000"/>
                <a:ea typeface="Oxygen" panose="02000503000000000000"/>
                <a:cs typeface="Oxygen" panose="02000503000000000000"/>
                <a:sym typeface="Oxygen" panose="02000503000000000000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9"/>
          <p:cNvSpPr txBox="1"/>
          <p:nvPr>
            <p:ph type="title" idx="3"/>
          </p:nvPr>
        </p:nvSpPr>
        <p:spPr>
          <a:xfrm>
            <a:off x="5749500" y="1479425"/>
            <a:ext cx="2480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19"/>
          <p:cNvSpPr txBox="1"/>
          <p:nvPr>
            <p:ph type="subTitle" idx="4"/>
          </p:nvPr>
        </p:nvSpPr>
        <p:spPr>
          <a:xfrm>
            <a:off x="5749500" y="1851752"/>
            <a:ext cx="24801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Oxygen" panose="02000503000000000000"/>
                <a:ea typeface="Oxygen" panose="02000503000000000000"/>
                <a:cs typeface="Oxygen" panose="02000503000000000000"/>
                <a:sym typeface="Oxygen" panose="02000503000000000000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9"/>
          <p:cNvSpPr txBox="1"/>
          <p:nvPr>
            <p:ph type="title" idx="5"/>
          </p:nvPr>
        </p:nvSpPr>
        <p:spPr>
          <a:xfrm>
            <a:off x="1811450" y="3091625"/>
            <a:ext cx="2480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8" name="Google Shape;98;p19"/>
          <p:cNvSpPr txBox="1"/>
          <p:nvPr>
            <p:ph type="subTitle" idx="6"/>
          </p:nvPr>
        </p:nvSpPr>
        <p:spPr>
          <a:xfrm>
            <a:off x="1811450" y="3463950"/>
            <a:ext cx="24801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Oxygen" panose="02000503000000000000"/>
                <a:ea typeface="Oxygen" panose="02000503000000000000"/>
                <a:cs typeface="Oxygen" panose="02000503000000000000"/>
                <a:sym typeface="Oxygen" panose="02000503000000000000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9"/>
          <p:cNvSpPr txBox="1"/>
          <p:nvPr>
            <p:ph type="title" idx="7"/>
          </p:nvPr>
        </p:nvSpPr>
        <p:spPr>
          <a:xfrm>
            <a:off x="5749500" y="3091623"/>
            <a:ext cx="2480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0" name="Google Shape;100;p19"/>
          <p:cNvSpPr txBox="1"/>
          <p:nvPr>
            <p:ph type="subTitle" idx="8"/>
          </p:nvPr>
        </p:nvSpPr>
        <p:spPr>
          <a:xfrm>
            <a:off x="5749500" y="3463950"/>
            <a:ext cx="24801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Oxygen" panose="02000503000000000000"/>
                <a:ea typeface="Oxygen" panose="02000503000000000000"/>
                <a:cs typeface="Oxygen" panose="02000503000000000000"/>
                <a:sym typeface="Oxygen" panose="02000503000000000000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20"/>
          <p:cNvPicPr preferRelativeResize="0"/>
          <p:nvPr/>
        </p:nvPicPr>
        <p:blipFill rotWithShape="1">
          <a:blip r:embed="rId2"/>
          <a:srcRect b="10"/>
          <a:stretch>
            <a:fillRect/>
          </a:stretch>
        </p:blipFill>
        <p:spPr>
          <a:xfrm>
            <a:off x="0" y="0"/>
            <a:ext cx="9143999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4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20"/>
          <p:cNvSpPr txBox="1"/>
          <p:nvPr>
            <p:ph type="title" idx="2"/>
          </p:nvPr>
        </p:nvSpPr>
        <p:spPr>
          <a:xfrm>
            <a:off x="788550" y="1881312"/>
            <a:ext cx="2305500" cy="4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5" name="Google Shape;105;p20"/>
          <p:cNvSpPr txBox="1"/>
          <p:nvPr>
            <p:ph type="subTitle" idx="1"/>
          </p:nvPr>
        </p:nvSpPr>
        <p:spPr>
          <a:xfrm>
            <a:off x="720013" y="2193175"/>
            <a:ext cx="2442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Oxygen" panose="02000503000000000000"/>
                <a:ea typeface="Oxygen" panose="02000503000000000000"/>
                <a:cs typeface="Oxygen" panose="02000503000000000000"/>
                <a:sym typeface="Oxygen" panose="02000503000000000000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0"/>
          <p:cNvSpPr txBox="1"/>
          <p:nvPr>
            <p:ph type="title" idx="3"/>
          </p:nvPr>
        </p:nvSpPr>
        <p:spPr>
          <a:xfrm>
            <a:off x="3419250" y="1881312"/>
            <a:ext cx="2305500" cy="4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7" name="Google Shape;107;p20"/>
          <p:cNvSpPr txBox="1"/>
          <p:nvPr>
            <p:ph type="subTitle" idx="4"/>
          </p:nvPr>
        </p:nvSpPr>
        <p:spPr>
          <a:xfrm>
            <a:off x="3331962" y="2193175"/>
            <a:ext cx="2480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Oxygen" panose="02000503000000000000"/>
                <a:ea typeface="Oxygen" panose="02000503000000000000"/>
                <a:cs typeface="Oxygen" panose="02000503000000000000"/>
                <a:sym typeface="Oxygen" panose="02000503000000000000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0"/>
          <p:cNvSpPr txBox="1"/>
          <p:nvPr>
            <p:ph type="title" idx="5"/>
          </p:nvPr>
        </p:nvSpPr>
        <p:spPr>
          <a:xfrm>
            <a:off x="788550" y="3749587"/>
            <a:ext cx="2305500" cy="4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9" name="Google Shape;109;p20"/>
          <p:cNvSpPr txBox="1"/>
          <p:nvPr>
            <p:ph type="subTitle" idx="6"/>
          </p:nvPr>
        </p:nvSpPr>
        <p:spPr>
          <a:xfrm>
            <a:off x="720000" y="4061350"/>
            <a:ext cx="2442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Oxygen" panose="02000503000000000000"/>
                <a:ea typeface="Oxygen" panose="02000503000000000000"/>
                <a:cs typeface="Oxygen" panose="02000503000000000000"/>
                <a:sym typeface="Oxygen" panose="02000503000000000000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0"/>
          <p:cNvSpPr txBox="1"/>
          <p:nvPr>
            <p:ph type="title" idx="7"/>
          </p:nvPr>
        </p:nvSpPr>
        <p:spPr>
          <a:xfrm>
            <a:off x="3419250" y="3749587"/>
            <a:ext cx="2305500" cy="4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1" name="Google Shape;111;p20"/>
          <p:cNvSpPr txBox="1"/>
          <p:nvPr>
            <p:ph type="subTitle" idx="8"/>
          </p:nvPr>
        </p:nvSpPr>
        <p:spPr>
          <a:xfrm>
            <a:off x="3331950" y="4061350"/>
            <a:ext cx="2480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Oxygen" panose="02000503000000000000"/>
                <a:ea typeface="Oxygen" panose="02000503000000000000"/>
                <a:cs typeface="Oxygen" panose="02000503000000000000"/>
                <a:sym typeface="Oxygen" panose="02000503000000000000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0"/>
          <p:cNvSpPr txBox="1"/>
          <p:nvPr>
            <p:ph type="title" idx="9"/>
          </p:nvPr>
        </p:nvSpPr>
        <p:spPr>
          <a:xfrm>
            <a:off x="6049924" y="1881312"/>
            <a:ext cx="2305500" cy="4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3" name="Google Shape;113;p20"/>
          <p:cNvSpPr txBox="1"/>
          <p:nvPr>
            <p:ph type="subTitle" idx="13"/>
          </p:nvPr>
        </p:nvSpPr>
        <p:spPr>
          <a:xfrm>
            <a:off x="5981387" y="2193175"/>
            <a:ext cx="2442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Oxygen" panose="02000503000000000000"/>
                <a:ea typeface="Oxygen" panose="02000503000000000000"/>
                <a:cs typeface="Oxygen" panose="02000503000000000000"/>
                <a:sym typeface="Oxygen" panose="02000503000000000000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0"/>
          <p:cNvSpPr txBox="1"/>
          <p:nvPr>
            <p:ph type="title" idx="14"/>
          </p:nvPr>
        </p:nvSpPr>
        <p:spPr>
          <a:xfrm>
            <a:off x="6049924" y="3749587"/>
            <a:ext cx="2305500" cy="4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5" name="Google Shape;115;p20"/>
          <p:cNvSpPr txBox="1"/>
          <p:nvPr>
            <p:ph type="subTitle" idx="15"/>
          </p:nvPr>
        </p:nvSpPr>
        <p:spPr>
          <a:xfrm>
            <a:off x="5981374" y="4061350"/>
            <a:ext cx="2442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Oxygen" panose="02000503000000000000"/>
                <a:ea typeface="Oxygen" panose="02000503000000000000"/>
                <a:cs typeface="Oxygen" panose="02000503000000000000"/>
                <a:sym typeface="Oxygen" panose="02000503000000000000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2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1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 txBox="1"/>
          <p:nvPr>
            <p:ph type="subTitle" idx="1"/>
          </p:nvPr>
        </p:nvSpPr>
        <p:spPr>
          <a:xfrm>
            <a:off x="1759800" y="2006750"/>
            <a:ext cx="2659800" cy="196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Oxygen" panose="02000503000000000000"/>
              <a:buNone/>
              <a:defRPr sz="1600">
                <a:latin typeface="Oxygen" panose="02000503000000000000"/>
                <a:ea typeface="Oxygen" panose="02000503000000000000"/>
                <a:cs typeface="Oxygen" panose="02000503000000000000"/>
                <a:sym typeface="Oxygen" panose="02000503000000000000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4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3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22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144000" cy="5143513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2"/>
          <p:cNvSpPr txBox="1"/>
          <p:nvPr>
            <p:ph type="subTitle" idx="1"/>
          </p:nvPr>
        </p:nvSpPr>
        <p:spPr>
          <a:xfrm>
            <a:off x="4281625" y="2006750"/>
            <a:ext cx="2659800" cy="196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Oxygen" panose="02000503000000000000"/>
              <a:buNone/>
              <a:defRPr sz="1600">
                <a:latin typeface="Oxygen" panose="02000503000000000000"/>
                <a:ea typeface="Oxygen" panose="02000503000000000000"/>
                <a:cs typeface="Oxygen" panose="02000503000000000000"/>
                <a:sym typeface="Oxygen" panose="02000503000000000000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4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3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13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4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7" name="Google Shape;127;p23"/>
          <p:cNvSpPr txBox="1"/>
          <p:nvPr>
            <p:ph type="subTitle" idx="1"/>
          </p:nvPr>
        </p:nvSpPr>
        <p:spPr>
          <a:xfrm>
            <a:off x="1759800" y="2006750"/>
            <a:ext cx="2659800" cy="196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Oxygen" panose="02000503000000000000"/>
              <a:buNone/>
              <a:defRPr sz="1600">
                <a:latin typeface="Oxygen" panose="02000503000000000000"/>
                <a:ea typeface="Oxygen" panose="02000503000000000000"/>
                <a:cs typeface="Oxygen" panose="02000503000000000000"/>
                <a:sym typeface="Oxygen" panose="02000503000000000000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4_2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4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10800000" flipH="1">
            <a:off x="0" y="0"/>
            <a:ext cx="9144000" cy="5143513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4"/>
          <p:cNvSpPr txBox="1"/>
          <p:nvPr>
            <p:ph type="subTitle" idx="1"/>
          </p:nvPr>
        </p:nvSpPr>
        <p:spPr>
          <a:xfrm>
            <a:off x="720000" y="1452575"/>
            <a:ext cx="4293300" cy="27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ven Pro"/>
              <a:buChar char="●"/>
              <a:defRPr sz="1600">
                <a:latin typeface="Oxygen" panose="02000503000000000000"/>
                <a:ea typeface="Oxygen" panose="02000503000000000000"/>
                <a:cs typeface="Oxygen" panose="02000503000000000000"/>
                <a:sym typeface="Oxygen" panose="02000503000000000000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rgbClr val="024427"/>
              </a:buClr>
              <a:buSzPts val="1400"/>
              <a:buFont typeface="Maven Pro"/>
              <a:buChar char="○"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rgbClr val="024427"/>
              </a:buClr>
              <a:buSzPts val="1400"/>
              <a:buFont typeface="Maven Pro"/>
              <a:buChar char="■"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rgbClr val="024427"/>
              </a:buClr>
              <a:buSzPts val="1400"/>
              <a:buFont typeface="Maven Pro"/>
              <a:buChar char="●"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rgbClr val="024427"/>
              </a:buClr>
              <a:buSzPts val="1400"/>
              <a:buFont typeface="Maven Pro"/>
              <a:buChar char="○"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rgbClr val="024427"/>
              </a:buClr>
              <a:buSzPts val="1400"/>
              <a:buFont typeface="Maven Pro"/>
              <a:buChar char="■"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rgbClr val="024427"/>
              </a:buClr>
              <a:buSzPts val="1400"/>
              <a:buFont typeface="Maven Pro"/>
              <a:buChar char="●"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rgbClr val="024427"/>
              </a:buClr>
              <a:buSzPts val="1400"/>
              <a:buFont typeface="Maven Pro"/>
              <a:buChar char="○"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rgbClr val="024427"/>
              </a:buClr>
              <a:buSzPts val="1400"/>
              <a:buFont typeface="Maven Pro"/>
              <a:buChar char="■"/>
              <a:defRPr/>
            </a:lvl9pPr>
          </a:lstStyle>
          <a:p/>
        </p:txBody>
      </p:sp>
      <p:sp>
        <p:nvSpPr>
          <p:cNvPr id="131" name="Google Shape;131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400"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24"/>
          <p:cNvSpPr/>
          <p:nvPr>
            <p:ph type="pic" idx="2"/>
          </p:nvPr>
        </p:nvSpPr>
        <p:spPr>
          <a:xfrm>
            <a:off x="5334000" y="1452575"/>
            <a:ext cx="3090000" cy="3090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5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5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-5" y="0"/>
            <a:ext cx="914400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4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6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6"/>
          <p:cNvSpPr txBox="1"/>
          <p:nvPr>
            <p:ph type="title" hasCustomPrompt="1"/>
          </p:nvPr>
        </p:nvSpPr>
        <p:spPr>
          <a:xfrm>
            <a:off x="1284000" y="540000"/>
            <a:ext cx="6576000" cy="82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39" name="Google Shape;139;p26"/>
          <p:cNvSpPr txBox="1"/>
          <p:nvPr>
            <p:ph type="subTitle" idx="1"/>
          </p:nvPr>
        </p:nvSpPr>
        <p:spPr>
          <a:xfrm>
            <a:off x="1284000" y="1246025"/>
            <a:ext cx="6576000" cy="4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Oxygen" panose="02000503000000000000"/>
                <a:ea typeface="Oxygen" panose="02000503000000000000"/>
                <a:cs typeface="Oxygen" panose="02000503000000000000"/>
                <a:sym typeface="Oxygen" panose="02000503000000000000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6"/>
          <p:cNvSpPr txBox="1"/>
          <p:nvPr>
            <p:ph type="title" idx="2" hasCustomPrompt="1"/>
          </p:nvPr>
        </p:nvSpPr>
        <p:spPr>
          <a:xfrm>
            <a:off x="1284000" y="1996138"/>
            <a:ext cx="6576000" cy="82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41" name="Google Shape;141;p26"/>
          <p:cNvSpPr txBox="1"/>
          <p:nvPr>
            <p:ph type="subTitle" idx="3"/>
          </p:nvPr>
        </p:nvSpPr>
        <p:spPr>
          <a:xfrm>
            <a:off x="1284000" y="2702163"/>
            <a:ext cx="6576000" cy="4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Oxygen" panose="02000503000000000000"/>
                <a:ea typeface="Oxygen" panose="02000503000000000000"/>
                <a:cs typeface="Oxygen" panose="02000503000000000000"/>
                <a:sym typeface="Oxygen" panose="02000503000000000000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6"/>
          <p:cNvSpPr txBox="1"/>
          <p:nvPr>
            <p:ph type="title" idx="4" hasCustomPrompt="1"/>
          </p:nvPr>
        </p:nvSpPr>
        <p:spPr>
          <a:xfrm>
            <a:off x="1284000" y="3452288"/>
            <a:ext cx="6576000" cy="82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43" name="Google Shape;143;p26"/>
          <p:cNvSpPr txBox="1"/>
          <p:nvPr>
            <p:ph type="subTitle" idx="5"/>
          </p:nvPr>
        </p:nvSpPr>
        <p:spPr>
          <a:xfrm>
            <a:off x="1284000" y="4158313"/>
            <a:ext cx="6576000" cy="4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Oxygen" panose="02000503000000000000"/>
                <a:ea typeface="Oxygen" panose="02000503000000000000"/>
                <a:cs typeface="Oxygen" panose="02000503000000000000"/>
                <a:sym typeface="Oxygen" panose="02000503000000000000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9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27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-7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7"/>
          <p:cNvSpPr txBox="1"/>
          <p:nvPr>
            <p:ph type="title"/>
          </p:nvPr>
        </p:nvSpPr>
        <p:spPr>
          <a:xfrm>
            <a:off x="720096" y="2342625"/>
            <a:ext cx="5272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7" name="Google Shape;147;p27"/>
          <p:cNvSpPr txBox="1"/>
          <p:nvPr>
            <p:ph type="title" idx="2" hasCustomPrompt="1"/>
          </p:nvPr>
        </p:nvSpPr>
        <p:spPr>
          <a:xfrm>
            <a:off x="720000" y="1106175"/>
            <a:ext cx="3285000" cy="126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7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48" name="Google Shape;148;p27"/>
          <p:cNvSpPr txBox="1"/>
          <p:nvPr>
            <p:ph type="subTitle" idx="1"/>
          </p:nvPr>
        </p:nvSpPr>
        <p:spPr>
          <a:xfrm>
            <a:off x="720101" y="3323950"/>
            <a:ext cx="32850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latin typeface="Oxygen" panose="02000503000000000000"/>
                <a:ea typeface="Oxygen" panose="02000503000000000000"/>
                <a:cs typeface="Oxygen" panose="02000503000000000000"/>
                <a:sym typeface="Oxygen" panose="02000503000000000000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CUSTOM_10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8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8"/>
          <p:cNvSpPr txBox="1"/>
          <p:nvPr>
            <p:ph type="title"/>
          </p:nvPr>
        </p:nvSpPr>
        <p:spPr>
          <a:xfrm>
            <a:off x="1174100" y="2342625"/>
            <a:ext cx="6795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2" name="Google Shape;152;p28"/>
          <p:cNvSpPr txBox="1"/>
          <p:nvPr>
            <p:ph type="title" idx="2" hasCustomPrompt="1"/>
          </p:nvPr>
        </p:nvSpPr>
        <p:spPr>
          <a:xfrm>
            <a:off x="2929500" y="1106175"/>
            <a:ext cx="3285000" cy="126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53" name="Google Shape;153;p28"/>
          <p:cNvSpPr txBox="1"/>
          <p:nvPr>
            <p:ph type="subTitle" idx="1"/>
          </p:nvPr>
        </p:nvSpPr>
        <p:spPr>
          <a:xfrm>
            <a:off x="2929500" y="3323950"/>
            <a:ext cx="32850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latin typeface="Oxygen" panose="02000503000000000000"/>
                <a:ea typeface="Oxygen" panose="02000503000000000000"/>
                <a:cs typeface="Oxygen" panose="02000503000000000000"/>
                <a:sym typeface="Oxygen" panose="02000503000000000000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9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3"/>
            <a:ext cx="9144000" cy="5143489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9"/>
          <p:cNvSpPr txBox="1"/>
          <p:nvPr>
            <p:ph type="ctrTitle"/>
          </p:nvPr>
        </p:nvSpPr>
        <p:spPr>
          <a:xfrm>
            <a:off x="4096775" y="540100"/>
            <a:ext cx="4325700" cy="98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7" name="Google Shape;157;p29"/>
          <p:cNvSpPr txBox="1"/>
          <p:nvPr>
            <p:ph type="subTitle" idx="1"/>
          </p:nvPr>
        </p:nvSpPr>
        <p:spPr>
          <a:xfrm>
            <a:off x="4096775" y="1524100"/>
            <a:ext cx="4325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latin typeface="Oxygen" panose="02000503000000000000"/>
                <a:ea typeface="Oxygen" panose="02000503000000000000"/>
                <a:cs typeface="Oxygen" panose="02000503000000000000"/>
                <a:sym typeface="Oxygen" panose="0200050300000000000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8" name="Google Shape;158;p29"/>
          <p:cNvSpPr txBox="1"/>
          <p:nvPr/>
        </p:nvSpPr>
        <p:spPr>
          <a:xfrm>
            <a:off x="4409075" y="3137600"/>
            <a:ext cx="3701100" cy="9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2"/>
                </a:solidFill>
                <a:latin typeface="Oxygen" panose="02000503000000000000"/>
                <a:ea typeface="Oxygen" panose="02000503000000000000"/>
                <a:cs typeface="Oxygen" panose="02000503000000000000"/>
                <a:sym typeface="Oxygen" panose="02000503000000000000"/>
              </a:rPr>
              <a:t>CREDITS: This presentation template was created by </a:t>
            </a:r>
            <a:r>
              <a:rPr lang="en-GB" u="sng">
                <a:solidFill>
                  <a:schemeClr val="lt2"/>
                </a:solidFill>
                <a:latin typeface="Oxygen" panose="02000503000000000000"/>
                <a:ea typeface="Oxygen" panose="02000503000000000000"/>
                <a:cs typeface="Oxygen" panose="02000503000000000000"/>
                <a:sym typeface="Oxygen" panose="02000503000000000000"/>
                <a:hlinkClick r:id="rId3"/>
              </a:rPr>
              <a:t>Slidesgo</a:t>
            </a:r>
            <a:r>
              <a:rPr lang="en-GB">
                <a:solidFill>
                  <a:schemeClr val="lt2"/>
                </a:solidFill>
                <a:latin typeface="Oxygen" panose="02000503000000000000"/>
                <a:ea typeface="Oxygen" panose="02000503000000000000"/>
                <a:cs typeface="Oxygen" panose="02000503000000000000"/>
                <a:sym typeface="Oxygen" panose="02000503000000000000"/>
              </a:rPr>
              <a:t>, including icons by </a:t>
            </a:r>
            <a:r>
              <a:rPr lang="en-GB" u="sng">
                <a:solidFill>
                  <a:schemeClr val="lt2"/>
                </a:solidFill>
                <a:latin typeface="Oxygen" panose="02000503000000000000"/>
                <a:ea typeface="Oxygen" panose="02000503000000000000"/>
                <a:cs typeface="Oxygen" panose="02000503000000000000"/>
                <a:sym typeface="Oxygen" panose="02000503000000000000"/>
                <a:hlinkClick r:id="rId4"/>
              </a:rPr>
              <a:t>Flaticon</a:t>
            </a:r>
            <a:r>
              <a:rPr lang="en-GB">
                <a:solidFill>
                  <a:schemeClr val="lt2"/>
                </a:solidFill>
                <a:latin typeface="Oxygen" panose="02000503000000000000"/>
                <a:ea typeface="Oxygen" panose="02000503000000000000"/>
                <a:cs typeface="Oxygen" panose="02000503000000000000"/>
                <a:sym typeface="Oxygen" panose="02000503000000000000"/>
              </a:rPr>
              <a:t>, infographics &amp; images by</a:t>
            </a:r>
            <a:r>
              <a:rPr lang="en-GB">
                <a:solidFill>
                  <a:schemeClr val="lt2"/>
                </a:solidFill>
                <a:uFill>
                  <a:noFill/>
                </a:uFill>
                <a:latin typeface="Oxygen" panose="02000503000000000000"/>
                <a:ea typeface="Oxygen" panose="02000503000000000000"/>
                <a:cs typeface="Oxygen" panose="02000503000000000000"/>
                <a:sym typeface="Oxygen" panose="02000503000000000000"/>
                <a:hlinkClick r:id="rId5"/>
              </a:rPr>
              <a:t> </a:t>
            </a:r>
            <a:r>
              <a:rPr lang="en-GB" u="sng">
                <a:solidFill>
                  <a:schemeClr val="lt2"/>
                </a:solidFill>
                <a:latin typeface="Oxygen" panose="02000503000000000000"/>
                <a:ea typeface="Oxygen" panose="02000503000000000000"/>
                <a:cs typeface="Oxygen" panose="02000503000000000000"/>
                <a:sym typeface="Oxygen" panose="02000503000000000000"/>
                <a:hlinkClick r:id="rId5"/>
              </a:rPr>
              <a:t>Freepik</a:t>
            </a:r>
            <a:r>
              <a:rPr lang="en-GB">
                <a:solidFill>
                  <a:schemeClr val="lt2"/>
                </a:solidFill>
                <a:latin typeface="Oxygen" panose="02000503000000000000"/>
                <a:ea typeface="Oxygen" panose="02000503000000000000"/>
                <a:cs typeface="Oxygen" panose="02000503000000000000"/>
                <a:sym typeface="Oxygen" panose="02000503000000000000"/>
              </a:rPr>
              <a:t>.</a:t>
            </a:r>
            <a:endParaRPr>
              <a:solidFill>
                <a:schemeClr val="lt2"/>
              </a:solidFill>
              <a:latin typeface="Oxygen" panose="02000503000000000000"/>
              <a:ea typeface="Oxygen" panose="02000503000000000000"/>
              <a:cs typeface="Oxygen" panose="02000503000000000000"/>
              <a:sym typeface="Oxygen" panose="02000503000000000000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3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31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4_1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32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2" Type="http://schemas.openxmlformats.org/officeDocument/2006/relationships/theme" Target="../theme/theme1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iret One" panose="02000000000000000000"/>
              <a:buNone/>
              <a:defRPr sz="2800">
                <a:solidFill>
                  <a:schemeClr val="dk1"/>
                </a:solidFill>
                <a:latin typeface="Poiret One" panose="02000000000000000000"/>
                <a:ea typeface="Poiret One" panose="02000000000000000000"/>
                <a:cs typeface="Poiret One" panose="02000000000000000000"/>
                <a:sym typeface="Poiret One" panose="02000000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 panose="020B0606020202050201"/>
              <a:buNone/>
              <a:defRPr sz="28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 panose="020B0606020202050201"/>
              <a:buNone/>
              <a:defRPr sz="28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 panose="020B0606020202050201"/>
              <a:buNone/>
              <a:defRPr sz="28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 panose="020B0606020202050201"/>
              <a:buNone/>
              <a:defRPr sz="28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 panose="020B0606020202050201"/>
              <a:buNone/>
              <a:defRPr sz="28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 panose="020B0606020202050201"/>
              <a:buNone/>
              <a:defRPr sz="28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 panose="020B0606020202050201"/>
              <a:buNone/>
              <a:defRPr sz="28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 panose="020B0606020202050201"/>
              <a:buNone/>
              <a:defRPr sz="28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Oxygen Light" panose="02000303000000000000"/>
              <a:buChar char="●"/>
              <a:defRPr sz="1800">
                <a:solidFill>
                  <a:schemeClr val="lt2"/>
                </a:solidFill>
                <a:latin typeface="Oxygen Light" panose="02000303000000000000"/>
                <a:ea typeface="Oxygen Light" panose="02000303000000000000"/>
                <a:cs typeface="Oxygen Light" panose="02000303000000000000"/>
                <a:sym typeface="Oxygen Light" panose="02000303000000000000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xygen Light" panose="02000303000000000000"/>
              <a:buChar char="○"/>
              <a:defRPr>
                <a:solidFill>
                  <a:schemeClr val="lt2"/>
                </a:solidFill>
                <a:latin typeface="Oxygen Light" panose="02000303000000000000"/>
                <a:ea typeface="Oxygen Light" panose="02000303000000000000"/>
                <a:cs typeface="Oxygen Light" panose="02000303000000000000"/>
                <a:sym typeface="Oxygen Light" panose="02000303000000000000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xygen Light" panose="02000303000000000000"/>
              <a:buChar char="■"/>
              <a:defRPr>
                <a:solidFill>
                  <a:schemeClr val="lt2"/>
                </a:solidFill>
                <a:latin typeface="Oxygen Light" panose="02000303000000000000"/>
                <a:ea typeface="Oxygen Light" panose="02000303000000000000"/>
                <a:cs typeface="Oxygen Light" panose="02000303000000000000"/>
                <a:sym typeface="Oxygen Light" panose="02000303000000000000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xygen Light" panose="02000303000000000000"/>
              <a:buChar char="●"/>
              <a:defRPr>
                <a:solidFill>
                  <a:schemeClr val="lt2"/>
                </a:solidFill>
                <a:latin typeface="Oxygen Light" panose="02000303000000000000"/>
                <a:ea typeface="Oxygen Light" panose="02000303000000000000"/>
                <a:cs typeface="Oxygen Light" panose="02000303000000000000"/>
                <a:sym typeface="Oxygen Light" panose="02000303000000000000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xygen Light" panose="02000303000000000000"/>
              <a:buChar char="○"/>
              <a:defRPr>
                <a:solidFill>
                  <a:schemeClr val="lt2"/>
                </a:solidFill>
                <a:latin typeface="Oxygen Light" panose="02000303000000000000"/>
                <a:ea typeface="Oxygen Light" panose="02000303000000000000"/>
                <a:cs typeface="Oxygen Light" panose="02000303000000000000"/>
                <a:sym typeface="Oxygen Light" panose="02000303000000000000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xygen Light" panose="02000303000000000000"/>
              <a:buChar char="■"/>
              <a:defRPr>
                <a:solidFill>
                  <a:schemeClr val="lt2"/>
                </a:solidFill>
                <a:latin typeface="Oxygen Light" panose="02000303000000000000"/>
                <a:ea typeface="Oxygen Light" panose="02000303000000000000"/>
                <a:cs typeface="Oxygen Light" panose="02000303000000000000"/>
                <a:sym typeface="Oxygen Light" panose="02000303000000000000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xygen Light" panose="02000303000000000000"/>
              <a:buChar char="●"/>
              <a:defRPr>
                <a:solidFill>
                  <a:schemeClr val="lt2"/>
                </a:solidFill>
                <a:latin typeface="Oxygen Light" panose="02000303000000000000"/>
                <a:ea typeface="Oxygen Light" panose="02000303000000000000"/>
                <a:cs typeface="Oxygen Light" panose="02000303000000000000"/>
                <a:sym typeface="Oxygen Light" panose="02000303000000000000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xygen Light" panose="02000303000000000000"/>
              <a:buChar char="○"/>
              <a:defRPr>
                <a:solidFill>
                  <a:schemeClr val="lt2"/>
                </a:solidFill>
                <a:latin typeface="Oxygen Light" panose="02000303000000000000"/>
                <a:ea typeface="Oxygen Light" panose="02000303000000000000"/>
                <a:cs typeface="Oxygen Light" panose="02000303000000000000"/>
                <a:sym typeface="Oxygen Light" panose="02000303000000000000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Oxygen Light" panose="02000303000000000000"/>
              <a:buChar char="■"/>
              <a:defRPr>
                <a:solidFill>
                  <a:schemeClr val="lt2"/>
                </a:solidFill>
                <a:latin typeface="Oxygen Light" panose="02000303000000000000"/>
                <a:ea typeface="Oxygen Light" panose="02000303000000000000"/>
                <a:cs typeface="Oxygen Light" panose="02000303000000000000"/>
                <a:sym typeface="Oxygen Light" panose="02000303000000000000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5"/>
          <p:cNvSpPr txBox="1"/>
          <p:nvPr>
            <p:ph type="ctrTitle"/>
          </p:nvPr>
        </p:nvSpPr>
        <p:spPr>
          <a:xfrm>
            <a:off x="395605" y="988060"/>
            <a:ext cx="7997825" cy="269748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>
                <a:solidFill>
                  <a:schemeClr val="bg1">
                    <a:lumMod val="10000"/>
                  </a:schemeClr>
                </a:solidFill>
              </a:rPr>
              <a:t>РАЗРАБОТКА</a:t>
            </a:r>
            <a:r>
              <a:rPr lang="ru-RU" altLang="en-US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altLang="en-US">
                <a:solidFill>
                  <a:schemeClr val="bg1">
                    <a:lumMod val="10000"/>
                  </a:schemeClr>
                </a:solidFill>
              </a:rPr>
              <a:t>МОБИЛЬНОГО ПРИЛОЖЕНИЯ «ПОИСК РЕЦЕПТОВ»</a:t>
            </a:r>
            <a:endParaRPr lang="en-US" altLang="en-US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173" name="Google Shape;173;p35"/>
          <p:cNvSpPr txBox="1"/>
          <p:nvPr>
            <p:ph type="subTitle" idx="1"/>
          </p:nvPr>
        </p:nvSpPr>
        <p:spPr>
          <a:xfrm>
            <a:off x="467117" y="3940135"/>
            <a:ext cx="45624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>
                <a:solidFill>
                  <a:schemeClr val="bg1">
                    <a:lumMod val="10000"/>
                  </a:schemeClr>
                </a:solidFill>
              </a:rPr>
              <a:t>Работу выполнил</a:t>
            </a:r>
            <a:r>
              <a:rPr lang="ru-RU" altLang="en-US" sz="1200">
                <a:solidFill>
                  <a:schemeClr val="bg1">
                    <a:lumMod val="10000"/>
                  </a:schemeClr>
                </a:solidFill>
              </a:rPr>
              <a:t>а</a:t>
            </a:r>
            <a:r>
              <a:rPr lang="en-US" altLang="en-US" sz="1200">
                <a:solidFill>
                  <a:schemeClr val="bg1">
                    <a:lumMod val="10000"/>
                  </a:schemeClr>
                </a:solidFill>
              </a:rPr>
              <a:t>: </a:t>
            </a:r>
            <a:r>
              <a:rPr lang="ru-RU" altLang="en-US" sz="1200">
                <a:solidFill>
                  <a:schemeClr val="bg1">
                    <a:lumMod val="10000"/>
                  </a:schemeClr>
                </a:solidFill>
              </a:rPr>
              <a:t>Трефилова В. А.</a:t>
            </a:r>
            <a:endParaRPr lang="ru-RU" altLang="en-US" sz="1200">
              <a:solidFill>
                <a:schemeClr val="bg1">
                  <a:lumMod val="10000"/>
                </a:schemeClr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>
                <a:solidFill>
                  <a:schemeClr val="bg1">
                    <a:lumMod val="10000"/>
                  </a:schemeClr>
                </a:solidFill>
              </a:rPr>
              <a:t>Руководитель: Мирошниченко Г.В.</a:t>
            </a:r>
            <a:endParaRPr lang="en-US" altLang="en-US" sz="1200">
              <a:solidFill>
                <a:schemeClr val="bg1">
                  <a:lumMod val="10000"/>
                </a:schemeClr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>
                <a:solidFill>
                  <a:schemeClr val="bg1">
                    <a:lumMod val="10000"/>
                  </a:schemeClr>
                </a:solidFill>
              </a:rPr>
              <a:t>Группа: Пр-31</a:t>
            </a:r>
            <a:endParaRPr lang="en-US" altLang="en-US" sz="120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2" name="Текстовое поле 1"/>
          <p:cNvSpPr txBox="1"/>
          <p:nvPr/>
        </p:nvSpPr>
        <p:spPr>
          <a:xfrm>
            <a:off x="1475740" y="66040"/>
            <a:ext cx="644080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900">
                <a:latin typeface="Oxygen" panose="02000503000000000000" charset="0"/>
                <a:cs typeface="Oxygen" panose="02000503000000000000" charset="0"/>
              </a:rPr>
              <a:t>МИНИСТЕРСТВО ОБРАЗОВАНИЯ И МОЛОДЕЖНОЙ ПОЛИТИКИ СВЕРДЛОВСКОЙ ОБЛАСТИ</a:t>
            </a:r>
            <a:endParaRPr lang="en-US" altLang="en-US" sz="900">
              <a:latin typeface="Oxygen" panose="02000503000000000000" charset="0"/>
              <a:cs typeface="Oxygen" panose="02000503000000000000" charset="0"/>
            </a:endParaRPr>
          </a:p>
          <a:p>
            <a:pPr algn="ctr"/>
            <a:endParaRPr lang="en-US" altLang="ru-RU" sz="900">
              <a:latin typeface="Oxygen" panose="02000503000000000000" charset="0"/>
              <a:cs typeface="Oxygen" panose="02000503000000000000" charset="0"/>
            </a:endParaRPr>
          </a:p>
          <a:p>
            <a:pPr algn="ctr"/>
            <a:r>
              <a:rPr lang="en-US" altLang="en-US" sz="900">
                <a:latin typeface="Oxygen" panose="02000503000000000000" charset="0"/>
                <a:cs typeface="Oxygen" panose="02000503000000000000" charset="0"/>
              </a:rPr>
              <a:t>ГАПОУ СО «ЕКАТЕРИНБУРГСКИЙ КОЛЛЕДЖ ТРАНСПОРТНОГО СТРОИТЕЛЬСТВА»</a:t>
            </a:r>
            <a:endParaRPr lang="en-US" altLang="en-US" sz="900">
              <a:latin typeface="Oxygen" panose="02000503000000000000" charset="0"/>
              <a:cs typeface="Oxygen" panose="02000503000000000000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6"/>
          <p:cNvSpPr txBox="1"/>
          <p:nvPr>
            <p:ph type="title"/>
          </p:nvPr>
        </p:nvSpPr>
        <p:spPr>
          <a:xfrm>
            <a:off x="683170" y="26786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altLang="en-GB">
                <a:solidFill>
                  <a:schemeClr val="bg1">
                    <a:lumMod val="10000"/>
                  </a:schemeClr>
                </a:solidFill>
              </a:rPr>
              <a:t>О разработке</a:t>
            </a:r>
            <a:endParaRPr lang="ru-RU" altLang="en-GB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179" name="Google Shape;179;p36"/>
          <p:cNvSpPr txBox="1"/>
          <p:nvPr>
            <p:ph type="body" idx="1"/>
          </p:nvPr>
        </p:nvSpPr>
        <p:spPr>
          <a:xfrm>
            <a:off x="323215" y="915670"/>
            <a:ext cx="5102225" cy="341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>
                <a:solidFill>
                  <a:schemeClr val="bg1">
                    <a:lumMod val="10000"/>
                  </a:schemeClr>
                </a:solidFill>
              </a:rPr>
              <a:t>Программа представляет собой мобильное приложение для поиска кулинарных рецептов и формирования личной коллекции.</a:t>
            </a:r>
            <a:endParaRPr lang="en-US" altLang="en-US">
              <a:solidFill>
                <a:schemeClr val="bg1">
                  <a:lumMod val="10000"/>
                </a:schemeClr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ru-RU">
              <a:solidFill>
                <a:schemeClr val="bg1">
                  <a:lumMod val="10000"/>
                </a:schemeClr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>
                <a:solidFill>
                  <a:schemeClr val="bg1">
                    <a:lumMod val="10000"/>
                  </a:schemeClr>
                </a:solidFill>
              </a:rPr>
              <a:t>Продукт позволяет пользователю:</a:t>
            </a:r>
            <a:endParaRPr lang="en-US" altLang="en-US">
              <a:solidFill>
                <a:schemeClr val="bg1">
                  <a:lumMod val="10000"/>
                </a:schemeClr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ru-RU">
              <a:solidFill>
                <a:schemeClr val="bg1">
                  <a:lumMod val="10000"/>
                </a:schemeClr>
              </a:solidFill>
            </a:endParaRP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>
                <a:solidFill>
                  <a:schemeClr val="bg1">
                    <a:lumMod val="10000"/>
                  </a:schemeClr>
                </a:solidFill>
              </a:rPr>
              <a:t>Искать блюда в глобальной базе через внешний </a:t>
            </a:r>
            <a:r>
              <a:rPr lang="en-US" altLang="ru-RU">
                <a:solidFill>
                  <a:schemeClr val="bg1">
                    <a:lumMod val="10000"/>
                  </a:schemeClr>
                </a:solidFill>
              </a:rPr>
              <a:t>API (Spoonacular).</a:t>
            </a:r>
            <a:endParaRPr lang="en-US" altLang="ru-RU">
              <a:solidFill>
                <a:schemeClr val="bg1">
                  <a:lumMod val="10000"/>
                </a:schemeClr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ru-RU">
              <a:solidFill>
                <a:schemeClr val="bg1">
                  <a:lumMod val="10000"/>
                </a:schemeClr>
              </a:solidFill>
            </a:endParaRP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>
                <a:solidFill>
                  <a:schemeClr val="bg1">
                    <a:lumMod val="10000"/>
                  </a:schemeClr>
                </a:solidFill>
              </a:rPr>
              <a:t>Получать подробную информацию о рецепте: название, время готовки и список ингредиентов.</a:t>
            </a:r>
            <a:endParaRPr lang="en-US" altLang="en-US">
              <a:solidFill>
                <a:schemeClr val="bg1">
                  <a:lumMod val="10000"/>
                </a:schemeClr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ru-RU">
              <a:solidFill>
                <a:schemeClr val="bg1">
                  <a:lumMod val="10000"/>
                </a:schemeClr>
              </a:solidFill>
            </a:endParaRP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>
                <a:solidFill>
                  <a:schemeClr val="bg1">
                    <a:lumMod val="10000"/>
                  </a:schemeClr>
                </a:solidFill>
              </a:rPr>
              <a:t>Сохранять понравившиеся рецепты в локальную базу данных на устройстве.</a:t>
            </a:r>
            <a:endParaRPr lang="en-US" altLang="en-US">
              <a:solidFill>
                <a:schemeClr val="bg1">
                  <a:lumMod val="10000"/>
                </a:schemeClr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ru-RU">
              <a:solidFill>
                <a:schemeClr val="bg1">
                  <a:lumMod val="10000"/>
                </a:schemeClr>
              </a:solidFill>
            </a:endParaRP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>
                <a:solidFill>
                  <a:schemeClr val="bg1">
                    <a:lumMod val="10000"/>
                  </a:schemeClr>
                </a:solidFill>
              </a:rPr>
              <a:t>Формировать личную кулинарную книгу, которую можно просматривать и редактировать (удалять лишнее).</a:t>
            </a:r>
            <a:endParaRPr lang="en-US" altLang="en-US">
              <a:solidFill>
                <a:schemeClr val="bg1">
                  <a:lumMod val="10000"/>
                </a:schemeClr>
              </a:solidFill>
            </a:endParaRPr>
          </a:p>
        </p:txBody>
      </p:sp>
      <p:pic>
        <p:nvPicPr>
          <p:cNvPr id="2" name="Изображение 1" descr="i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012180" y="1564005"/>
            <a:ext cx="24384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6"/>
          <p:cNvSpPr txBox="1"/>
          <p:nvPr>
            <p:ph type="title"/>
          </p:nvPr>
        </p:nvSpPr>
        <p:spPr>
          <a:xfrm>
            <a:off x="683170" y="26786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>
                <a:solidFill>
                  <a:schemeClr val="bg1">
                    <a:lumMod val="10000"/>
                  </a:schemeClr>
                </a:solidFill>
                <a:sym typeface="+mn-ea"/>
              </a:rPr>
              <a:t>Цели и задачи</a:t>
            </a:r>
            <a:r>
              <a:rPr lang="ru-RU" altLang="en-US">
                <a:solidFill>
                  <a:schemeClr val="bg1">
                    <a:lumMod val="10000"/>
                  </a:schemeClr>
                </a:solidFill>
                <a:sym typeface="+mn-ea"/>
              </a:rPr>
              <a:t> </a:t>
            </a:r>
            <a:r>
              <a:rPr lang="en-US" altLang="en-US">
                <a:solidFill>
                  <a:schemeClr val="bg1">
                    <a:lumMod val="10000"/>
                  </a:schemeClr>
                </a:solidFill>
                <a:sym typeface="+mn-ea"/>
              </a:rPr>
              <a:t>проекта</a:t>
            </a:r>
            <a:endParaRPr lang="ru-RU" altLang="en-GB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179" name="Google Shape;179;p36"/>
          <p:cNvSpPr txBox="1"/>
          <p:nvPr>
            <p:ph type="body" idx="1"/>
          </p:nvPr>
        </p:nvSpPr>
        <p:spPr>
          <a:xfrm>
            <a:off x="323215" y="915670"/>
            <a:ext cx="5102225" cy="341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>
                <a:solidFill>
                  <a:schemeClr val="bg1">
                    <a:lumMod val="10000"/>
                  </a:schemeClr>
                </a:solidFill>
              </a:rPr>
              <a:t>Цель: разработать мобильное приложение для поиска и сохранения кулинарных рецептов с использованием внешнего </a:t>
            </a:r>
            <a:r>
              <a:rPr lang="en-US" altLang="ru-RU">
                <a:solidFill>
                  <a:schemeClr val="bg1">
                    <a:lumMod val="10000"/>
                  </a:schemeClr>
                </a:solidFill>
              </a:rPr>
              <a:t>API </a:t>
            </a:r>
            <a:r>
              <a:rPr lang="en-US" altLang="en-US">
                <a:solidFill>
                  <a:schemeClr val="bg1">
                    <a:lumMod val="10000"/>
                  </a:schemeClr>
                </a:solidFill>
              </a:rPr>
              <a:t>и локальной базы данных.</a:t>
            </a:r>
            <a:endParaRPr lang="en-US" altLang="en-US">
              <a:solidFill>
                <a:schemeClr val="bg1">
                  <a:lumMod val="10000"/>
                </a:schemeClr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en-US">
              <a:solidFill>
                <a:schemeClr val="bg1">
                  <a:lumMod val="10000"/>
                </a:schemeClr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>
                <a:solidFill>
                  <a:schemeClr val="bg1">
                    <a:lumMod val="10000"/>
                  </a:schemeClr>
                </a:solidFill>
              </a:rPr>
              <a:t>Задачи:</a:t>
            </a:r>
            <a:endParaRPr lang="en-US" altLang="en-US">
              <a:solidFill>
                <a:schemeClr val="bg1">
                  <a:lumMod val="10000"/>
                </a:schemeClr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ru-RU">
              <a:solidFill>
                <a:schemeClr val="bg1">
                  <a:lumMod val="10000"/>
                </a:schemeClr>
              </a:solidFill>
            </a:endParaRP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>
                <a:solidFill>
                  <a:schemeClr val="bg1">
                    <a:lumMod val="10000"/>
                  </a:schemeClr>
                </a:solidFill>
              </a:rPr>
              <a:t>Изучить работу сетевых протоколов и формата </a:t>
            </a:r>
            <a:r>
              <a:rPr lang="en-US" altLang="ru-RU">
                <a:solidFill>
                  <a:schemeClr val="bg1">
                    <a:lumMod val="10000"/>
                  </a:schemeClr>
                </a:solidFill>
              </a:rPr>
              <a:t>JSON.</a:t>
            </a:r>
            <a:endParaRPr lang="en-US" altLang="ru-RU">
              <a:solidFill>
                <a:schemeClr val="bg1">
                  <a:lumMod val="10000"/>
                </a:schemeClr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ru-RU">
              <a:solidFill>
                <a:schemeClr val="bg1">
                  <a:lumMod val="10000"/>
                </a:schemeClr>
              </a:solidFill>
            </a:endParaRP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>
                <a:solidFill>
                  <a:schemeClr val="bg1">
                    <a:lumMod val="10000"/>
                  </a:schemeClr>
                </a:solidFill>
              </a:rPr>
              <a:t>Подобрать инструменты для разработки (</a:t>
            </a:r>
            <a:r>
              <a:rPr lang="en-US" altLang="ru-RU">
                <a:solidFill>
                  <a:schemeClr val="bg1">
                    <a:lumMod val="10000"/>
                  </a:schemeClr>
                </a:solidFill>
              </a:rPr>
              <a:t>Kotlin, Android Studio).</a:t>
            </a:r>
            <a:endParaRPr lang="en-US" altLang="ru-RU">
              <a:solidFill>
                <a:schemeClr val="bg1">
                  <a:lumMod val="10000"/>
                </a:schemeClr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ru-RU">
              <a:solidFill>
                <a:schemeClr val="bg1">
                  <a:lumMod val="10000"/>
                </a:schemeClr>
              </a:solidFill>
            </a:endParaRP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>
                <a:solidFill>
                  <a:schemeClr val="bg1">
                    <a:lumMod val="10000"/>
                  </a:schemeClr>
                </a:solidFill>
              </a:rPr>
              <a:t>Реализовать базу данных для хранения рецептов (</a:t>
            </a:r>
            <a:r>
              <a:rPr lang="en-US" altLang="ru-RU">
                <a:solidFill>
                  <a:schemeClr val="bg1">
                    <a:lumMod val="10000"/>
                  </a:schemeClr>
                </a:solidFill>
              </a:rPr>
              <a:t>ROOM).</a:t>
            </a:r>
            <a:endParaRPr lang="en-US" altLang="ru-RU">
              <a:solidFill>
                <a:schemeClr val="bg1">
                  <a:lumMod val="10000"/>
                </a:schemeClr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ru-RU">
              <a:solidFill>
                <a:schemeClr val="bg1">
                  <a:lumMod val="10000"/>
                </a:schemeClr>
              </a:solidFill>
            </a:endParaRP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>
                <a:solidFill>
                  <a:schemeClr val="bg1">
                    <a:lumMod val="10000"/>
                  </a:schemeClr>
                </a:solidFill>
              </a:rPr>
              <a:t>Создать удобный и привлекательный интерфейс.</a:t>
            </a:r>
            <a:endParaRPr lang="en-US" altLang="en-US">
              <a:solidFill>
                <a:schemeClr val="bg1">
                  <a:lumMod val="10000"/>
                </a:schemeClr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ru-RU">
              <a:solidFill>
                <a:schemeClr val="bg1">
                  <a:lumMod val="10000"/>
                </a:schemeClr>
              </a:solidFill>
            </a:endParaRP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>
                <a:solidFill>
                  <a:schemeClr val="bg1">
                    <a:lumMod val="10000"/>
                  </a:schemeClr>
                </a:solidFill>
              </a:rPr>
              <a:t>Обеспечить сохранение авторизации пользователя.</a:t>
            </a:r>
            <a:endParaRPr lang="en-US" altLang="en-US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1" name="Текстовое поле 0"/>
          <p:cNvSpPr txBox="1"/>
          <p:nvPr/>
        </p:nvSpPr>
        <p:spPr>
          <a:xfrm>
            <a:off x="5652135" y="1491615"/>
            <a:ext cx="1076960" cy="11988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zh-CN" sz="7200" b="0" i="0">
                <a:solidFill>
                  <a:schemeClr val="tx2">
                    <a:lumMod val="75000"/>
                  </a:schemeClr>
                </a:solidFill>
                <a:latin typeface="quote-cjk-patch"/>
                <a:ea typeface="quote-cjk-patch"/>
              </a:rPr>
              <a:t>✔</a:t>
            </a:r>
            <a:endParaRPr lang="en-US" altLang="zh-CN" sz="7200" b="0" i="0">
              <a:solidFill>
                <a:schemeClr val="tx2">
                  <a:lumMod val="75000"/>
                </a:schemeClr>
              </a:solidFill>
              <a:latin typeface="quote-cjk-patch"/>
              <a:ea typeface="quote-cjk-patch"/>
            </a:endParaRPr>
          </a:p>
        </p:txBody>
      </p:sp>
      <p:sp>
        <p:nvSpPr>
          <p:cNvPr id="2" name="Текстовое поле 1"/>
          <p:cNvSpPr txBox="1"/>
          <p:nvPr/>
        </p:nvSpPr>
        <p:spPr>
          <a:xfrm>
            <a:off x="5657215" y="3507740"/>
            <a:ext cx="109156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7200">
                <a:solidFill>
                  <a:schemeClr val="tx2">
                    <a:lumMod val="75000"/>
                  </a:schemeClr>
                </a:solidFill>
                <a:latin typeface="quote-cjk-patch"/>
                <a:ea typeface="quote-cjk-patch"/>
                <a:sym typeface="+mn-ea"/>
              </a:rPr>
              <a:t>✔</a:t>
            </a:r>
            <a:endParaRPr lang="en-US" altLang="zh-CN" sz="7200">
              <a:solidFill>
                <a:schemeClr val="tx2">
                  <a:lumMod val="75000"/>
                </a:schemeClr>
              </a:solidFill>
              <a:latin typeface="quote-cjk-patch"/>
              <a:ea typeface="quote-cjk-patch"/>
              <a:sym typeface="+mn-ea"/>
            </a:endParaRPr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7020560" y="2427605"/>
            <a:ext cx="109220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7200">
                <a:solidFill>
                  <a:schemeClr val="tx2">
                    <a:lumMod val="75000"/>
                  </a:schemeClr>
                </a:solidFill>
                <a:latin typeface="quote-cjk-patch"/>
                <a:ea typeface="quote-cjk-patch"/>
                <a:sym typeface="+mn-ea"/>
              </a:rPr>
              <a:t>✔</a:t>
            </a:r>
            <a:endParaRPr lang="en-US" altLang="zh-CN" sz="7200">
              <a:solidFill>
                <a:schemeClr val="tx2">
                  <a:lumMod val="75000"/>
                </a:schemeClr>
              </a:solidFill>
              <a:latin typeface="quote-cjk-patch"/>
              <a:ea typeface="quote-cjk-patch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7"/>
          <p:cNvSpPr txBox="1"/>
          <p:nvPr>
            <p:ph type="title" idx="9"/>
          </p:nvPr>
        </p:nvSpPr>
        <p:spPr>
          <a:xfrm>
            <a:off x="720000" y="19547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400">
                <a:solidFill>
                  <a:schemeClr val="accent5">
                    <a:lumMod val="10000"/>
                  </a:schemeClr>
                </a:solidFill>
              </a:rPr>
              <a:t>Функциональные</a:t>
            </a:r>
            <a:r>
              <a:rPr lang="ru-RU" altLang="en-US" sz="2400">
                <a:solidFill>
                  <a:schemeClr val="accent5">
                    <a:lumMod val="10000"/>
                  </a:schemeClr>
                </a:solidFill>
              </a:rPr>
              <a:t> </a:t>
            </a:r>
            <a:r>
              <a:rPr lang="en-US" altLang="en-US" sz="2400">
                <a:solidFill>
                  <a:schemeClr val="accent5">
                    <a:lumMod val="10000"/>
                  </a:schemeClr>
                </a:solidFill>
              </a:rPr>
              <a:t>характеристики</a:t>
            </a:r>
            <a:endParaRPr lang="en-US" altLang="en-US" sz="2400">
              <a:solidFill>
                <a:schemeClr val="accent5">
                  <a:lumMod val="10000"/>
                </a:schemeClr>
              </a:solidFill>
            </a:endParaRPr>
          </a:p>
        </p:txBody>
      </p:sp>
      <p:sp>
        <p:nvSpPr>
          <p:cNvPr id="185" name="Google Shape;185;p37"/>
          <p:cNvSpPr txBox="1"/>
          <p:nvPr>
            <p:ph type="title"/>
          </p:nvPr>
        </p:nvSpPr>
        <p:spPr>
          <a:xfrm>
            <a:off x="720000" y="2804438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600">
                <a:solidFill>
                  <a:schemeClr val="accent5">
                    <a:lumMod val="10000"/>
                  </a:schemeClr>
                </a:solidFill>
              </a:rPr>
              <a:t>ПРИВЛЕКАТЕЛЬНОСТЬ</a:t>
            </a:r>
            <a:endParaRPr lang="en-US" altLang="en-US" sz="1600">
              <a:solidFill>
                <a:schemeClr val="accent5">
                  <a:lumMod val="10000"/>
                </a:schemeClr>
              </a:solidFill>
            </a:endParaRPr>
          </a:p>
        </p:txBody>
      </p:sp>
      <p:sp>
        <p:nvSpPr>
          <p:cNvPr id="186" name="Google Shape;186;p37"/>
          <p:cNvSpPr txBox="1"/>
          <p:nvPr>
            <p:ph type="subTitle" idx="1"/>
          </p:nvPr>
        </p:nvSpPr>
        <p:spPr>
          <a:xfrm>
            <a:off x="720090" y="3147695"/>
            <a:ext cx="2498725" cy="873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altLang="en-US" sz="1400"/>
              <a:t>Хороший интерфейс должен быть привлекательным, чтобы доставлять пользователю удовольствие при работе с программным продуктом.</a:t>
            </a:r>
            <a:endParaRPr lang="en-US" altLang="en-US" sz="1400"/>
          </a:p>
        </p:txBody>
      </p:sp>
      <p:sp>
        <p:nvSpPr>
          <p:cNvPr id="187" name="Google Shape;187;p37"/>
          <p:cNvSpPr txBox="1"/>
          <p:nvPr>
            <p:ph type="title" idx="3"/>
          </p:nvPr>
        </p:nvSpPr>
        <p:spPr>
          <a:xfrm>
            <a:off x="3403800" y="2860318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600">
                <a:solidFill>
                  <a:schemeClr val="accent5">
                    <a:lumMod val="10000"/>
                  </a:schemeClr>
                </a:solidFill>
              </a:rPr>
              <a:t>ЛАКОНИЧНОСТЬ И ПРОСТОТА</a:t>
            </a:r>
            <a:endParaRPr lang="en-US" altLang="en-US" sz="1600">
              <a:solidFill>
                <a:schemeClr val="accent5">
                  <a:lumMod val="10000"/>
                </a:schemeClr>
              </a:solidFill>
            </a:endParaRPr>
          </a:p>
        </p:txBody>
      </p:sp>
      <p:sp>
        <p:nvSpPr>
          <p:cNvPr id="188" name="Google Shape;188;p37"/>
          <p:cNvSpPr txBox="1"/>
          <p:nvPr>
            <p:ph type="subTitle" idx="5"/>
          </p:nvPr>
        </p:nvSpPr>
        <p:spPr>
          <a:xfrm>
            <a:off x="3403800" y="3363800"/>
            <a:ext cx="2336400" cy="8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altLang="en-US" sz="1400"/>
              <a:t>Интерфейс не должен быть перегружен лишней информацией.</a:t>
            </a:r>
            <a:endParaRPr lang="en-US" altLang="en-US" sz="1400"/>
          </a:p>
        </p:txBody>
      </p:sp>
      <p:sp>
        <p:nvSpPr>
          <p:cNvPr id="189" name="Google Shape;189;p37"/>
          <p:cNvSpPr txBox="1"/>
          <p:nvPr>
            <p:ph type="title" idx="6"/>
          </p:nvPr>
        </p:nvSpPr>
        <p:spPr>
          <a:xfrm>
            <a:off x="6087600" y="2804438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600">
                <a:solidFill>
                  <a:schemeClr val="accent5">
                    <a:lumMod val="10000"/>
                  </a:schemeClr>
                </a:solidFill>
              </a:rPr>
              <a:t>СИСТЕМАТИЗАЦИЯ</a:t>
            </a:r>
            <a:endParaRPr lang="en-US" altLang="en-US" sz="1600">
              <a:solidFill>
                <a:schemeClr val="accent5">
                  <a:lumMod val="10000"/>
                </a:schemeClr>
              </a:solidFill>
            </a:endParaRPr>
          </a:p>
        </p:txBody>
      </p:sp>
      <p:sp>
        <p:nvSpPr>
          <p:cNvPr id="190" name="Google Shape;190;p37"/>
          <p:cNvSpPr txBox="1"/>
          <p:nvPr>
            <p:ph type="subTitle" idx="8"/>
          </p:nvPr>
        </p:nvSpPr>
        <p:spPr>
          <a:xfrm>
            <a:off x="6087745" y="3147695"/>
            <a:ext cx="2564130" cy="873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altLang="en-US" sz="1400"/>
              <a:t>Упрощения и автоматизации операций, связанных с</a:t>
            </a:r>
            <a:r>
              <a:rPr lang="ru-RU" altLang="en-US" sz="1400"/>
              <a:t> </a:t>
            </a:r>
            <a:r>
              <a:rPr lang="en-US" altLang="en-US" sz="1400"/>
              <a:t>регистрацией, систематизаций, поиском и</a:t>
            </a:r>
            <a:r>
              <a:rPr lang="ru-RU" altLang="en-US" sz="1400"/>
              <a:t> </a:t>
            </a:r>
            <a:r>
              <a:rPr lang="en-US" altLang="en-US" sz="1400"/>
              <a:t>обработкой данных о </a:t>
            </a:r>
            <a:r>
              <a:rPr lang="ru-RU" altLang="en-US" sz="1400"/>
              <a:t>рецептах.</a:t>
            </a:r>
            <a:endParaRPr lang="ru-RU" altLang="en-US" sz="1400"/>
          </a:p>
        </p:txBody>
      </p:sp>
      <p:sp>
        <p:nvSpPr>
          <p:cNvPr id="191" name="Google Shape;191;p37"/>
          <p:cNvSpPr/>
          <p:nvPr/>
        </p:nvSpPr>
        <p:spPr>
          <a:xfrm>
            <a:off x="1402350" y="1385575"/>
            <a:ext cx="971700" cy="971700"/>
          </a:xfrm>
          <a:prstGeom prst="ellips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2" name="Google Shape;192;p37"/>
          <p:cNvSpPr/>
          <p:nvPr/>
        </p:nvSpPr>
        <p:spPr>
          <a:xfrm>
            <a:off x="4086150" y="1385575"/>
            <a:ext cx="971700" cy="971700"/>
          </a:xfrm>
          <a:prstGeom prst="ellips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3" name="Google Shape;193;p37"/>
          <p:cNvSpPr/>
          <p:nvPr/>
        </p:nvSpPr>
        <p:spPr>
          <a:xfrm>
            <a:off x="6769950" y="1385575"/>
            <a:ext cx="971700" cy="971700"/>
          </a:xfrm>
          <a:prstGeom prst="ellips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cxnSp>
        <p:nvCxnSpPr>
          <p:cNvPr id="194" name="Google Shape;194;p37"/>
          <p:cNvCxnSpPr>
            <a:stCxn id="191" idx="4"/>
            <a:endCxn id="185" idx="0"/>
          </p:cNvCxnSpPr>
          <p:nvPr/>
        </p:nvCxnSpPr>
        <p:spPr>
          <a:xfrm>
            <a:off x="1888200" y="2357275"/>
            <a:ext cx="0" cy="4473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5" name="Google Shape;195;p37"/>
          <p:cNvCxnSpPr>
            <a:stCxn id="192" idx="4"/>
            <a:endCxn id="187" idx="0"/>
          </p:cNvCxnSpPr>
          <p:nvPr/>
        </p:nvCxnSpPr>
        <p:spPr>
          <a:xfrm>
            <a:off x="4572000" y="2357275"/>
            <a:ext cx="0" cy="50292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6" name="Google Shape;196;p37"/>
          <p:cNvCxnSpPr>
            <a:stCxn id="193" idx="4"/>
            <a:endCxn id="189" idx="0"/>
          </p:cNvCxnSpPr>
          <p:nvPr/>
        </p:nvCxnSpPr>
        <p:spPr>
          <a:xfrm>
            <a:off x="7255800" y="2357275"/>
            <a:ext cx="0" cy="4473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7" name="Google Shape;197;p37"/>
          <p:cNvSpPr txBox="1"/>
          <p:nvPr>
            <p:ph type="title" idx="2"/>
          </p:nvPr>
        </p:nvSpPr>
        <p:spPr>
          <a:xfrm>
            <a:off x="720000" y="1589526"/>
            <a:ext cx="23364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01</a:t>
            </a:r>
            <a:endParaRPr lang="en-GB"/>
          </a:p>
        </p:txBody>
      </p:sp>
      <p:sp>
        <p:nvSpPr>
          <p:cNvPr id="198" name="Google Shape;198;p37"/>
          <p:cNvSpPr txBox="1"/>
          <p:nvPr>
            <p:ph type="title" idx="4"/>
          </p:nvPr>
        </p:nvSpPr>
        <p:spPr>
          <a:xfrm>
            <a:off x="3403800" y="1589526"/>
            <a:ext cx="23364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02</a:t>
            </a:r>
            <a:endParaRPr lang="en-GB"/>
          </a:p>
        </p:txBody>
      </p:sp>
      <p:sp>
        <p:nvSpPr>
          <p:cNvPr id="199" name="Google Shape;199;p37"/>
          <p:cNvSpPr txBox="1"/>
          <p:nvPr>
            <p:ph type="title" idx="7"/>
          </p:nvPr>
        </p:nvSpPr>
        <p:spPr>
          <a:xfrm>
            <a:off x="6087600" y="1589526"/>
            <a:ext cx="23364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03</a:t>
            </a:r>
            <a:endParaRPr 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2"/>
          <p:cNvSpPr txBox="1"/>
          <p:nvPr>
            <p:ph type="title"/>
          </p:nvPr>
        </p:nvSpPr>
        <p:spPr>
          <a:xfrm>
            <a:off x="720000" y="267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>
                <a:solidFill>
                  <a:schemeClr val="accent5">
                    <a:lumMod val="10000"/>
                  </a:schemeClr>
                </a:solidFill>
              </a:rPr>
              <a:t>Используемые инструменты</a:t>
            </a:r>
            <a:endParaRPr lang="en-US" altLang="en-US">
              <a:solidFill>
                <a:schemeClr val="accent5">
                  <a:lumMod val="10000"/>
                </a:schemeClr>
              </a:solidFill>
            </a:endParaRPr>
          </a:p>
        </p:txBody>
      </p:sp>
      <p:sp>
        <p:nvSpPr>
          <p:cNvPr id="230" name="Google Shape;230;p42"/>
          <p:cNvSpPr txBox="1"/>
          <p:nvPr>
            <p:ph type="subTitle" idx="1"/>
          </p:nvPr>
        </p:nvSpPr>
        <p:spPr>
          <a:xfrm>
            <a:off x="720000" y="1452575"/>
            <a:ext cx="4293300" cy="27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41300" lvl="0" indent="-2413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 altLang="ru-RU">
                <a:solidFill>
                  <a:schemeClr val="accent5">
                    <a:lumMod val="10000"/>
                  </a:schemeClr>
                </a:solidFill>
              </a:rPr>
              <a:t>Kotlin </a:t>
            </a:r>
            <a:r>
              <a:rPr lang="en-US" altLang="en-US">
                <a:solidFill>
                  <a:schemeClr val="accent5">
                    <a:lumMod val="10000"/>
                  </a:schemeClr>
                </a:solidFill>
              </a:rPr>
              <a:t>и </a:t>
            </a:r>
            <a:r>
              <a:rPr lang="en-US" altLang="ru-RU">
                <a:solidFill>
                  <a:schemeClr val="accent5">
                    <a:lumMod val="10000"/>
                  </a:schemeClr>
                </a:solidFill>
              </a:rPr>
              <a:t>Android Studio</a:t>
            </a:r>
            <a:r>
              <a:rPr lang="en-GB">
                <a:solidFill>
                  <a:schemeClr val="accent5">
                    <a:lumMod val="10000"/>
                  </a:schemeClr>
                </a:solidFill>
              </a:rPr>
              <a:t> </a:t>
            </a:r>
            <a:endParaRPr lang="en-GB">
              <a:solidFill>
                <a:schemeClr val="accent5">
                  <a:lumMod val="10000"/>
                </a:schemeClr>
              </a:solidFill>
            </a:endParaRPr>
          </a:p>
          <a:p>
            <a:pPr marL="241300" lvl="0" indent="-2413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endParaRPr lang="en-GB">
              <a:solidFill>
                <a:schemeClr val="accent5">
                  <a:lumMod val="10000"/>
                </a:schemeClr>
              </a:solidFill>
            </a:endParaRPr>
          </a:p>
          <a:p>
            <a:pPr marL="241300" lvl="0" indent="-2413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endParaRPr lang="en-GB">
              <a:solidFill>
                <a:schemeClr val="accent5">
                  <a:lumMod val="10000"/>
                </a:schemeClr>
              </a:solidFill>
            </a:endParaRPr>
          </a:p>
          <a:p>
            <a:pPr marL="241300" lvl="0" indent="-2413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altLang="ru-RU">
                <a:solidFill>
                  <a:schemeClr val="accent5">
                    <a:lumMod val="10000"/>
                  </a:schemeClr>
                </a:solidFill>
              </a:rPr>
              <a:t>Volley </a:t>
            </a:r>
            <a:r>
              <a:rPr lang="en-US" altLang="en-US">
                <a:solidFill>
                  <a:schemeClr val="accent5">
                    <a:lumMod val="10000"/>
                  </a:schemeClr>
                </a:solidFill>
              </a:rPr>
              <a:t>и </a:t>
            </a:r>
            <a:r>
              <a:rPr lang="en-US" altLang="ru-RU">
                <a:solidFill>
                  <a:schemeClr val="accent5">
                    <a:lumMod val="10000"/>
                  </a:schemeClr>
                </a:solidFill>
              </a:rPr>
              <a:t>Gson</a:t>
            </a:r>
            <a:endParaRPr lang="en-US" altLang="ru-RU">
              <a:solidFill>
                <a:schemeClr val="accent5">
                  <a:lumMod val="10000"/>
                </a:schemeClr>
              </a:solidFill>
            </a:endParaRPr>
          </a:p>
          <a:p>
            <a:pPr marL="241300" lvl="0" indent="-2413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en-US" altLang="ru-RU">
              <a:solidFill>
                <a:schemeClr val="accent5">
                  <a:lumMod val="10000"/>
                </a:schemeClr>
              </a:solidFill>
            </a:endParaRPr>
          </a:p>
          <a:p>
            <a:pPr marL="241300" lvl="0" indent="-2413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en-US" altLang="ru-RU">
              <a:solidFill>
                <a:schemeClr val="accent5">
                  <a:lumMod val="10000"/>
                </a:schemeClr>
              </a:solidFill>
            </a:endParaRPr>
          </a:p>
          <a:p>
            <a:pPr marL="241300" lvl="0" indent="-2413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en-US" altLang="ru-RU">
              <a:solidFill>
                <a:schemeClr val="accent5">
                  <a:lumMod val="10000"/>
                </a:schemeClr>
              </a:solidFill>
            </a:endParaRPr>
          </a:p>
          <a:p>
            <a:pPr marL="241300" lvl="0" indent="-2413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altLang="ru-RU">
                <a:solidFill>
                  <a:schemeClr val="accent5">
                    <a:lumMod val="10000"/>
                  </a:schemeClr>
                </a:solidFill>
              </a:rPr>
              <a:t>ROOM</a:t>
            </a:r>
            <a:endParaRPr lang="en-US" altLang="ru-RU">
              <a:solidFill>
                <a:schemeClr val="accent5">
                  <a:lumMod val="10000"/>
                </a:schemeClr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lang="en-US" altLang="ru-RU">
              <a:solidFill>
                <a:schemeClr val="accent5">
                  <a:lumMod val="10000"/>
                </a:schemeClr>
              </a:solidFill>
            </a:endParaRPr>
          </a:p>
        </p:txBody>
      </p:sp>
      <p:pic>
        <p:nvPicPr>
          <p:cNvPr id="3" name="Замещающая рамка рисунка 2" descr="i"/>
          <p:cNvPicPr>
            <a:picLocks noChangeAspect="1"/>
          </p:cNvPicPr>
          <p:nvPr>
            <p:ph type="pic" idx="2"/>
          </p:nvPr>
        </p:nvPicPr>
        <p:blipFill>
          <a:blip r:embed="rId1"/>
          <a:stretch>
            <a:fillRect/>
          </a:stretch>
        </p:blipFill>
        <p:spPr>
          <a:xfrm>
            <a:off x="5659120" y="1491615"/>
            <a:ext cx="2438400" cy="2438400"/>
          </a:xfrm>
          <a:prstGeom prst="rect">
            <a:avLst/>
          </a:prstGeom>
          <a:effectLst>
            <a:softEdge rad="12700"/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66"/>
          <p:cNvSpPr txBox="1"/>
          <p:nvPr>
            <p:ph type="title"/>
          </p:nvPr>
        </p:nvSpPr>
        <p:spPr>
          <a:xfrm>
            <a:off x="35470" y="267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>
                <a:solidFill>
                  <a:schemeClr val="accent5">
                    <a:lumMod val="10000"/>
                  </a:schemeClr>
                </a:solidFill>
              </a:rPr>
              <a:t>Экран входа в приложение</a:t>
            </a:r>
            <a:endParaRPr lang="en-US" altLang="en-US">
              <a:solidFill>
                <a:schemeClr val="accent5">
                  <a:lumMod val="10000"/>
                </a:schemeClr>
              </a:solidFill>
            </a:endParaRPr>
          </a:p>
        </p:txBody>
      </p:sp>
      <p:sp>
        <p:nvSpPr>
          <p:cNvPr id="612" name="Google Shape;612;p66"/>
          <p:cNvSpPr/>
          <p:nvPr/>
        </p:nvSpPr>
        <p:spPr>
          <a:xfrm>
            <a:off x="5940425" y="195580"/>
            <a:ext cx="2536190" cy="4862195"/>
          </a:xfrm>
          <a:custGeom>
            <a:avLst/>
            <a:gdLst/>
            <a:ahLst/>
            <a:cxnLst/>
            <a:rect l="l" t="t" r="r" b="b"/>
            <a:pathLst>
              <a:path w="43370" h="85981" extrusionOk="0">
                <a:moveTo>
                  <a:pt x="25827" y="3794"/>
                </a:moveTo>
                <a:lnTo>
                  <a:pt x="25827" y="4045"/>
                </a:lnTo>
                <a:lnTo>
                  <a:pt x="25845" y="4047"/>
                </a:lnTo>
                <a:cubicBezTo>
                  <a:pt x="25856" y="4066"/>
                  <a:pt x="25857" y="4090"/>
                  <a:pt x="25850" y="4111"/>
                </a:cubicBezTo>
                <a:lnTo>
                  <a:pt x="17205" y="4129"/>
                </a:lnTo>
                <a:lnTo>
                  <a:pt x="17193" y="4382"/>
                </a:lnTo>
                <a:lnTo>
                  <a:pt x="17156" y="4111"/>
                </a:lnTo>
                <a:cubicBezTo>
                  <a:pt x="17147" y="4092"/>
                  <a:pt x="17148" y="4068"/>
                  <a:pt x="17159" y="4048"/>
                </a:cubicBezTo>
                <a:lnTo>
                  <a:pt x="17226" y="4048"/>
                </a:lnTo>
                <a:lnTo>
                  <a:pt x="25807" y="4047"/>
                </a:lnTo>
                <a:lnTo>
                  <a:pt x="25827" y="3794"/>
                </a:lnTo>
                <a:close/>
                <a:moveTo>
                  <a:pt x="17178" y="3543"/>
                </a:moveTo>
                <a:cubicBezTo>
                  <a:pt x="16876" y="3543"/>
                  <a:pt x="16647" y="3775"/>
                  <a:pt x="16647" y="4083"/>
                </a:cubicBezTo>
                <a:cubicBezTo>
                  <a:pt x="16647" y="4395"/>
                  <a:pt x="16881" y="4631"/>
                  <a:pt x="17223" y="4631"/>
                </a:cubicBezTo>
                <a:lnTo>
                  <a:pt x="17227" y="4631"/>
                </a:lnTo>
                <a:lnTo>
                  <a:pt x="25757" y="4630"/>
                </a:lnTo>
                <a:cubicBezTo>
                  <a:pt x="25765" y="4631"/>
                  <a:pt x="25805" y="4633"/>
                  <a:pt x="25812" y="4633"/>
                </a:cubicBezTo>
                <a:cubicBezTo>
                  <a:pt x="26122" y="4633"/>
                  <a:pt x="26357" y="4397"/>
                  <a:pt x="26357" y="4083"/>
                </a:cubicBezTo>
                <a:cubicBezTo>
                  <a:pt x="26357" y="3775"/>
                  <a:pt x="26129" y="3543"/>
                  <a:pt x="25827" y="3543"/>
                </a:cubicBezTo>
                <a:lnTo>
                  <a:pt x="17256" y="3549"/>
                </a:lnTo>
                <a:cubicBezTo>
                  <a:pt x="17245" y="3547"/>
                  <a:pt x="17187" y="3543"/>
                  <a:pt x="17178" y="3543"/>
                </a:cubicBezTo>
                <a:close/>
                <a:moveTo>
                  <a:pt x="41722" y="7196"/>
                </a:moveTo>
                <a:lnTo>
                  <a:pt x="41722" y="78527"/>
                </a:lnTo>
                <a:lnTo>
                  <a:pt x="1739" y="78527"/>
                </a:lnTo>
                <a:lnTo>
                  <a:pt x="1739" y="7196"/>
                </a:lnTo>
                <a:close/>
                <a:moveTo>
                  <a:pt x="1488" y="6694"/>
                </a:moveTo>
                <a:cubicBezTo>
                  <a:pt x="1349" y="6694"/>
                  <a:pt x="1237" y="6806"/>
                  <a:pt x="1237" y="6945"/>
                </a:cubicBezTo>
                <a:lnTo>
                  <a:pt x="1237" y="78778"/>
                </a:lnTo>
                <a:cubicBezTo>
                  <a:pt x="1237" y="78917"/>
                  <a:pt x="1349" y="79029"/>
                  <a:pt x="1488" y="79029"/>
                </a:cubicBezTo>
                <a:lnTo>
                  <a:pt x="41972" y="79029"/>
                </a:lnTo>
                <a:cubicBezTo>
                  <a:pt x="42111" y="79029"/>
                  <a:pt x="42223" y="78917"/>
                  <a:pt x="42223" y="78778"/>
                </a:cubicBezTo>
                <a:lnTo>
                  <a:pt x="42223" y="6945"/>
                </a:lnTo>
                <a:cubicBezTo>
                  <a:pt x="42223" y="6806"/>
                  <a:pt x="42111" y="6694"/>
                  <a:pt x="41972" y="6694"/>
                </a:cubicBezTo>
                <a:close/>
                <a:moveTo>
                  <a:pt x="7894" y="81457"/>
                </a:moveTo>
                <a:cubicBezTo>
                  <a:pt x="7754" y="81457"/>
                  <a:pt x="7642" y="81569"/>
                  <a:pt x="7642" y="81708"/>
                </a:cubicBezTo>
                <a:lnTo>
                  <a:pt x="7642" y="81926"/>
                </a:lnTo>
                <a:cubicBezTo>
                  <a:pt x="7642" y="82065"/>
                  <a:pt x="7754" y="82177"/>
                  <a:pt x="7894" y="82177"/>
                </a:cubicBezTo>
                <a:lnTo>
                  <a:pt x="9495" y="82177"/>
                </a:lnTo>
                <a:cubicBezTo>
                  <a:pt x="9625" y="82177"/>
                  <a:pt x="9734" y="82077"/>
                  <a:pt x="9744" y="81947"/>
                </a:cubicBezTo>
                <a:lnTo>
                  <a:pt x="9764" y="81729"/>
                </a:lnTo>
                <a:cubicBezTo>
                  <a:pt x="9776" y="81582"/>
                  <a:pt x="9660" y="81457"/>
                  <a:pt x="9512" y="81457"/>
                </a:cubicBezTo>
                <a:close/>
                <a:moveTo>
                  <a:pt x="22144" y="81995"/>
                </a:moveTo>
                <a:lnTo>
                  <a:pt x="22144" y="82911"/>
                </a:lnTo>
                <a:lnTo>
                  <a:pt x="21208" y="82911"/>
                </a:lnTo>
                <a:lnTo>
                  <a:pt x="21208" y="81995"/>
                </a:lnTo>
                <a:close/>
                <a:moveTo>
                  <a:pt x="33797" y="83129"/>
                </a:moveTo>
                <a:cubicBezTo>
                  <a:pt x="33798" y="83130"/>
                  <a:pt x="33798" y="83130"/>
                  <a:pt x="33798" y="83131"/>
                </a:cubicBezTo>
                <a:lnTo>
                  <a:pt x="33797" y="83129"/>
                </a:lnTo>
                <a:close/>
                <a:moveTo>
                  <a:pt x="21046" y="81493"/>
                </a:moveTo>
                <a:cubicBezTo>
                  <a:pt x="20857" y="81493"/>
                  <a:pt x="20705" y="81646"/>
                  <a:pt x="20706" y="81835"/>
                </a:cubicBezTo>
                <a:lnTo>
                  <a:pt x="20706" y="83091"/>
                </a:lnTo>
                <a:cubicBezTo>
                  <a:pt x="20706" y="83268"/>
                  <a:pt x="20860" y="83413"/>
                  <a:pt x="21048" y="83413"/>
                </a:cubicBezTo>
                <a:lnTo>
                  <a:pt x="22304" y="83413"/>
                </a:lnTo>
                <a:lnTo>
                  <a:pt x="22304" y="83415"/>
                </a:lnTo>
                <a:cubicBezTo>
                  <a:pt x="22492" y="83415"/>
                  <a:pt x="22645" y="83268"/>
                  <a:pt x="22646" y="83091"/>
                </a:cubicBezTo>
                <a:lnTo>
                  <a:pt x="22646" y="81835"/>
                </a:lnTo>
                <a:cubicBezTo>
                  <a:pt x="22646" y="81647"/>
                  <a:pt x="22500" y="81493"/>
                  <a:pt x="22322" y="81493"/>
                </a:cubicBezTo>
                <a:lnTo>
                  <a:pt x="21048" y="81493"/>
                </a:lnTo>
                <a:cubicBezTo>
                  <a:pt x="21047" y="81493"/>
                  <a:pt x="21047" y="81493"/>
                  <a:pt x="21046" y="81493"/>
                </a:cubicBezTo>
                <a:close/>
                <a:moveTo>
                  <a:pt x="33684" y="81407"/>
                </a:moveTo>
                <a:cubicBezTo>
                  <a:pt x="33624" y="81407"/>
                  <a:pt x="33563" y="81420"/>
                  <a:pt x="33508" y="81446"/>
                </a:cubicBezTo>
                <a:cubicBezTo>
                  <a:pt x="33483" y="81458"/>
                  <a:pt x="33460" y="81476"/>
                  <a:pt x="33441" y="81496"/>
                </a:cubicBezTo>
                <a:lnTo>
                  <a:pt x="32861" y="82093"/>
                </a:lnTo>
                <a:cubicBezTo>
                  <a:pt x="32755" y="82198"/>
                  <a:pt x="32695" y="82342"/>
                  <a:pt x="32696" y="82490"/>
                </a:cubicBezTo>
                <a:cubicBezTo>
                  <a:pt x="32696" y="82668"/>
                  <a:pt x="32777" y="82796"/>
                  <a:pt x="32861" y="82904"/>
                </a:cubicBezTo>
                <a:lnTo>
                  <a:pt x="33442" y="83485"/>
                </a:lnTo>
                <a:cubicBezTo>
                  <a:pt x="33505" y="83551"/>
                  <a:pt x="33593" y="83587"/>
                  <a:pt x="33683" y="83587"/>
                </a:cubicBezTo>
                <a:lnTo>
                  <a:pt x="33683" y="83587"/>
                </a:lnTo>
                <a:cubicBezTo>
                  <a:pt x="33987" y="83585"/>
                  <a:pt x="34139" y="83219"/>
                  <a:pt x="33924" y="83004"/>
                </a:cubicBezTo>
                <a:lnTo>
                  <a:pt x="33411" y="82490"/>
                </a:lnTo>
                <a:lnTo>
                  <a:pt x="33925" y="81975"/>
                </a:lnTo>
                <a:cubicBezTo>
                  <a:pt x="34060" y="81842"/>
                  <a:pt x="34060" y="81626"/>
                  <a:pt x="33925" y="81493"/>
                </a:cubicBezTo>
                <a:cubicBezTo>
                  <a:pt x="33906" y="81475"/>
                  <a:pt x="33883" y="81458"/>
                  <a:pt x="33859" y="81446"/>
                </a:cubicBezTo>
                <a:cubicBezTo>
                  <a:pt x="33804" y="81420"/>
                  <a:pt x="33744" y="81407"/>
                  <a:pt x="33684" y="81407"/>
                </a:cubicBezTo>
                <a:close/>
                <a:moveTo>
                  <a:pt x="33683" y="83587"/>
                </a:moveTo>
                <a:cubicBezTo>
                  <a:pt x="33683" y="83587"/>
                  <a:pt x="33683" y="83587"/>
                  <a:pt x="33683" y="83587"/>
                </a:cubicBezTo>
                <a:lnTo>
                  <a:pt x="33684" y="83587"/>
                </a:lnTo>
                <a:cubicBezTo>
                  <a:pt x="33684" y="83587"/>
                  <a:pt x="33684" y="83587"/>
                  <a:pt x="33683" y="83587"/>
                </a:cubicBezTo>
                <a:close/>
                <a:moveTo>
                  <a:pt x="36715" y="501"/>
                </a:moveTo>
                <a:cubicBezTo>
                  <a:pt x="40106" y="501"/>
                  <a:pt x="42867" y="3262"/>
                  <a:pt x="42867" y="6654"/>
                </a:cubicBezTo>
                <a:lnTo>
                  <a:pt x="42867" y="79324"/>
                </a:lnTo>
                <a:cubicBezTo>
                  <a:pt x="42867" y="82717"/>
                  <a:pt x="40106" y="85476"/>
                  <a:pt x="36715" y="85476"/>
                </a:cubicBezTo>
                <a:lnTo>
                  <a:pt x="6656" y="85476"/>
                </a:lnTo>
                <a:cubicBezTo>
                  <a:pt x="3262" y="85476"/>
                  <a:pt x="503" y="82717"/>
                  <a:pt x="503" y="79324"/>
                </a:cubicBezTo>
                <a:lnTo>
                  <a:pt x="503" y="6654"/>
                </a:lnTo>
                <a:cubicBezTo>
                  <a:pt x="503" y="3262"/>
                  <a:pt x="3262" y="501"/>
                  <a:pt x="6656" y="501"/>
                </a:cubicBezTo>
                <a:close/>
                <a:moveTo>
                  <a:pt x="6656" y="0"/>
                </a:moveTo>
                <a:cubicBezTo>
                  <a:pt x="2986" y="0"/>
                  <a:pt x="1" y="2985"/>
                  <a:pt x="1" y="6655"/>
                </a:cubicBezTo>
                <a:lnTo>
                  <a:pt x="1" y="79324"/>
                </a:lnTo>
                <a:cubicBezTo>
                  <a:pt x="1" y="82995"/>
                  <a:pt x="2986" y="85980"/>
                  <a:pt x="6656" y="85980"/>
                </a:cubicBezTo>
                <a:lnTo>
                  <a:pt x="36715" y="85980"/>
                </a:lnTo>
                <a:cubicBezTo>
                  <a:pt x="40383" y="85980"/>
                  <a:pt x="43370" y="82993"/>
                  <a:pt x="43370" y="79324"/>
                </a:cubicBezTo>
                <a:lnTo>
                  <a:pt x="43370" y="6655"/>
                </a:lnTo>
                <a:cubicBezTo>
                  <a:pt x="43370" y="2985"/>
                  <a:pt x="40384" y="0"/>
                  <a:pt x="3671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13" name="Google Shape;613;p66"/>
          <p:cNvSpPr txBox="1"/>
          <p:nvPr>
            <p:ph type="subTitle" idx="1"/>
          </p:nvPr>
        </p:nvSpPr>
        <p:spPr>
          <a:xfrm>
            <a:off x="323850" y="915670"/>
            <a:ext cx="4944745" cy="39776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altLang="en-US" sz="1400">
                <a:solidFill>
                  <a:schemeClr val="accent5">
                    <a:lumMod val="10000"/>
                  </a:schemeClr>
                </a:solidFill>
              </a:rPr>
              <a:t>Приветственный экран обеспечивает авторизацию пользователя:</a:t>
            </a:r>
            <a:endParaRPr lang="en-US" altLang="ru-RU" sz="1400">
              <a:solidFill>
                <a:schemeClr val="accent5">
                  <a:lumMod val="10000"/>
                </a:schemeClr>
              </a:solidFill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US" altLang="en-US" sz="1400">
                <a:solidFill>
                  <a:schemeClr val="accent5">
                    <a:lumMod val="10000"/>
                  </a:schemeClr>
                </a:solidFill>
              </a:rPr>
              <a:t>Поля ввода для логина и пароля с проверкой на пустоту.</a:t>
            </a:r>
            <a:endParaRPr lang="en-US" altLang="ru-RU" sz="1400">
              <a:solidFill>
                <a:schemeClr val="accent5">
                  <a:lumMod val="10000"/>
                </a:schemeClr>
              </a:solidFill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US" altLang="en-US" sz="1400">
                <a:solidFill>
                  <a:schemeClr val="accent5">
                    <a:lumMod val="10000"/>
                  </a:schemeClr>
                </a:solidFill>
              </a:rPr>
              <a:t>Кнопка «Войти» </a:t>
            </a:r>
            <a:r>
              <a:rPr lang="ru-RU" altLang="en-US" sz="1400">
                <a:solidFill>
                  <a:schemeClr val="accent5">
                    <a:lumMod val="10000"/>
                  </a:schemeClr>
                </a:solidFill>
              </a:rPr>
              <a:t>-</a:t>
            </a:r>
            <a:r>
              <a:rPr lang="en-US" altLang="en-US" sz="1400">
                <a:solidFill>
                  <a:schemeClr val="accent5">
                    <a:lumMod val="10000"/>
                  </a:schemeClr>
                </a:solidFill>
              </a:rPr>
              <a:t> при успешном вводе сохраняет данные пользователя в локальное хранилище.</a:t>
            </a:r>
            <a:endParaRPr lang="en-US" altLang="ru-RU" sz="1400">
              <a:solidFill>
                <a:schemeClr val="accent5">
                  <a:lumMod val="10000"/>
                </a:schemeClr>
              </a:solidFill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US" altLang="en-US" sz="1400">
                <a:solidFill>
                  <a:schemeClr val="accent5">
                    <a:lumMod val="10000"/>
                  </a:schemeClr>
                </a:solidFill>
              </a:rPr>
              <a:t>Использование механизма </a:t>
            </a:r>
            <a:r>
              <a:rPr lang="en-US" altLang="ru-RU" sz="1400">
                <a:solidFill>
                  <a:schemeClr val="accent5">
                    <a:lumMod val="10000"/>
                  </a:schemeClr>
                </a:solidFill>
              </a:rPr>
              <a:t>SharedPreferences</a:t>
            </a:r>
            <a:r>
              <a:rPr lang="en-US" altLang="en-US" sz="1400">
                <a:solidFill>
                  <a:schemeClr val="accent5">
                    <a:lumMod val="10000"/>
                  </a:schemeClr>
                </a:solidFill>
              </a:rPr>
              <a:t>.</a:t>
            </a:r>
            <a:endParaRPr lang="en-US" altLang="en-US" sz="1400">
              <a:solidFill>
                <a:schemeClr val="accent5">
                  <a:lumMod val="10000"/>
                </a:schemeClr>
              </a:solidFill>
            </a:endParaRPr>
          </a:p>
        </p:txBody>
      </p:sp>
      <p:pic>
        <p:nvPicPr>
          <p:cNvPr id="2" name="Изображение 1"/>
          <p:cNvPicPr>
            <a:picLocks noChangeAspect="1"/>
          </p:cNvPicPr>
          <p:nvPr/>
        </p:nvPicPr>
        <p:blipFill>
          <a:blip r:embed="rId1"/>
          <a:srcRect l="-1131" t="6605" r="323" b="6605"/>
          <a:stretch>
            <a:fillRect/>
          </a:stretch>
        </p:blipFill>
        <p:spPr>
          <a:xfrm>
            <a:off x="6012180" y="627380"/>
            <a:ext cx="2376170" cy="3977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66"/>
          <p:cNvSpPr txBox="1"/>
          <p:nvPr>
            <p:ph type="title"/>
          </p:nvPr>
        </p:nvSpPr>
        <p:spPr>
          <a:xfrm>
            <a:off x="35470" y="267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>
                <a:solidFill>
                  <a:schemeClr val="accent5">
                    <a:lumMod val="10000"/>
                  </a:schemeClr>
                </a:solidFill>
                <a:sym typeface="+mn-ea"/>
              </a:rPr>
              <a:t>Главное окно программы</a:t>
            </a:r>
            <a:endParaRPr lang="en-GB"/>
          </a:p>
        </p:txBody>
      </p:sp>
      <p:sp>
        <p:nvSpPr>
          <p:cNvPr id="612" name="Google Shape;612;p66"/>
          <p:cNvSpPr/>
          <p:nvPr/>
        </p:nvSpPr>
        <p:spPr>
          <a:xfrm>
            <a:off x="5940425" y="195580"/>
            <a:ext cx="2536190" cy="4862195"/>
          </a:xfrm>
          <a:custGeom>
            <a:avLst/>
            <a:gdLst/>
            <a:ahLst/>
            <a:cxnLst/>
            <a:rect l="l" t="t" r="r" b="b"/>
            <a:pathLst>
              <a:path w="43370" h="85981" extrusionOk="0">
                <a:moveTo>
                  <a:pt x="25827" y="3794"/>
                </a:moveTo>
                <a:lnTo>
                  <a:pt x="25827" y="4045"/>
                </a:lnTo>
                <a:lnTo>
                  <a:pt x="25845" y="4047"/>
                </a:lnTo>
                <a:cubicBezTo>
                  <a:pt x="25856" y="4066"/>
                  <a:pt x="25857" y="4090"/>
                  <a:pt x="25850" y="4111"/>
                </a:cubicBezTo>
                <a:lnTo>
                  <a:pt x="17205" y="4129"/>
                </a:lnTo>
                <a:lnTo>
                  <a:pt x="17193" y="4382"/>
                </a:lnTo>
                <a:lnTo>
                  <a:pt x="17156" y="4111"/>
                </a:lnTo>
                <a:cubicBezTo>
                  <a:pt x="17147" y="4092"/>
                  <a:pt x="17148" y="4068"/>
                  <a:pt x="17159" y="4048"/>
                </a:cubicBezTo>
                <a:lnTo>
                  <a:pt x="17226" y="4048"/>
                </a:lnTo>
                <a:lnTo>
                  <a:pt x="25807" y="4047"/>
                </a:lnTo>
                <a:lnTo>
                  <a:pt x="25827" y="3794"/>
                </a:lnTo>
                <a:close/>
                <a:moveTo>
                  <a:pt x="17178" y="3543"/>
                </a:moveTo>
                <a:cubicBezTo>
                  <a:pt x="16876" y="3543"/>
                  <a:pt x="16647" y="3775"/>
                  <a:pt x="16647" y="4083"/>
                </a:cubicBezTo>
                <a:cubicBezTo>
                  <a:pt x="16647" y="4395"/>
                  <a:pt x="16881" y="4631"/>
                  <a:pt x="17223" y="4631"/>
                </a:cubicBezTo>
                <a:lnTo>
                  <a:pt x="17227" y="4631"/>
                </a:lnTo>
                <a:lnTo>
                  <a:pt x="25757" y="4630"/>
                </a:lnTo>
                <a:cubicBezTo>
                  <a:pt x="25765" y="4631"/>
                  <a:pt x="25805" y="4633"/>
                  <a:pt x="25812" y="4633"/>
                </a:cubicBezTo>
                <a:cubicBezTo>
                  <a:pt x="26122" y="4633"/>
                  <a:pt x="26357" y="4397"/>
                  <a:pt x="26357" y="4083"/>
                </a:cubicBezTo>
                <a:cubicBezTo>
                  <a:pt x="26357" y="3775"/>
                  <a:pt x="26129" y="3543"/>
                  <a:pt x="25827" y="3543"/>
                </a:cubicBezTo>
                <a:lnTo>
                  <a:pt x="17256" y="3549"/>
                </a:lnTo>
                <a:cubicBezTo>
                  <a:pt x="17245" y="3547"/>
                  <a:pt x="17187" y="3543"/>
                  <a:pt x="17178" y="3543"/>
                </a:cubicBezTo>
                <a:close/>
                <a:moveTo>
                  <a:pt x="41722" y="7196"/>
                </a:moveTo>
                <a:lnTo>
                  <a:pt x="41722" y="78527"/>
                </a:lnTo>
                <a:lnTo>
                  <a:pt x="1739" y="78527"/>
                </a:lnTo>
                <a:lnTo>
                  <a:pt x="1739" y="7196"/>
                </a:lnTo>
                <a:close/>
                <a:moveTo>
                  <a:pt x="1488" y="6694"/>
                </a:moveTo>
                <a:cubicBezTo>
                  <a:pt x="1349" y="6694"/>
                  <a:pt x="1237" y="6806"/>
                  <a:pt x="1237" y="6945"/>
                </a:cubicBezTo>
                <a:lnTo>
                  <a:pt x="1237" y="78778"/>
                </a:lnTo>
                <a:cubicBezTo>
                  <a:pt x="1237" y="78917"/>
                  <a:pt x="1349" y="79029"/>
                  <a:pt x="1488" y="79029"/>
                </a:cubicBezTo>
                <a:lnTo>
                  <a:pt x="41972" y="79029"/>
                </a:lnTo>
                <a:cubicBezTo>
                  <a:pt x="42111" y="79029"/>
                  <a:pt x="42223" y="78917"/>
                  <a:pt x="42223" y="78778"/>
                </a:cubicBezTo>
                <a:lnTo>
                  <a:pt x="42223" y="6945"/>
                </a:lnTo>
                <a:cubicBezTo>
                  <a:pt x="42223" y="6806"/>
                  <a:pt x="42111" y="6694"/>
                  <a:pt x="41972" y="6694"/>
                </a:cubicBezTo>
                <a:close/>
                <a:moveTo>
                  <a:pt x="7894" y="81457"/>
                </a:moveTo>
                <a:cubicBezTo>
                  <a:pt x="7754" y="81457"/>
                  <a:pt x="7642" y="81569"/>
                  <a:pt x="7642" y="81708"/>
                </a:cubicBezTo>
                <a:lnTo>
                  <a:pt x="7642" y="81926"/>
                </a:lnTo>
                <a:cubicBezTo>
                  <a:pt x="7642" y="82065"/>
                  <a:pt x="7754" y="82177"/>
                  <a:pt x="7894" y="82177"/>
                </a:cubicBezTo>
                <a:lnTo>
                  <a:pt x="9495" y="82177"/>
                </a:lnTo>
                <a:cubicBezTo>
                  <a:pt x="9625" y="82177"/>
                  <a:pt x="9734" y="82077"/>
                  <a:pt x="9744" y="81947"/>
                </a:cubicBezTo>
                <a:lnTo>
                  <a:pt x="9764" y="81729"/>
                </a:lnTo>
                <a:cubicBezTo>
                  <a:pt x="9776" y="81582"/>
                  <a:pt x="9660" y="81457"/>
                  <a:pt x="9512" y="81457"/>
                </a:cubicBezTo>
                <a:close/>
                <a:moveTo>
                  <a:pt x="22144" y="81995"/>
                </a:moveTo>
                <a:lnTo>
                  <a:pt x="22144" y="82911"/>
                </a:lnTo>
                <a:lnTo>
                  <a:pt x="21208" y="82911"/>
                </a:lnTo>
                <a:lnTo>
                  <a:pt x="21208" y="81995"/>
                </a:lnTo>
                <a:close/>
                <a:moveTo>
                  <a:pt x="33797" y="83129"/>
                </a:moveTo>
                <a:cubicBezTo>
                  <a:pt x="33798" y="83130"/>
                  <a:pt x="33798" y="83130"/>
                  <a:pt x="33798" y="83131"/>
                </a:cubicBezTo>
                <a:lnTo>
                  <a:pt x="33797" y="83129"/>
                </a:lnTo>
                <a:close/>
                <a:moveTo>
                  <a:pt x="21046" y="81493"/>
                </a:moveTo>
                <a:cubicBezTo>
                  <a:pt x="20857" y="81493"/>
                  <a:pt x="20705" y="81646"/>
                  <a:pt x="20706" y="81835"/>
                </a:cubicBezTo>
                <a:lnTo>
                  <a:pt x="20706" y="83091"/>
                </a:lnTo>
                <a:cubicBezTo>
                  <a:pt x="20706" y="83268"/>
                  <a:pt x="20860" y="83413"/>
                  <a:pt x="21048" y="83413"/>
                </a:cubicBezTo>
                <a:lnTo>
                  <a:pt x="22304" y="83413"/>
                </a:lnTo>
                <a:lnTo>
                  <a:pt x="22304" y="83415"/>
                </a:lnTo>
                <a:cubicBezTo>
                  <a:pt x="22492" y="83415"/>
                  <a:pt x="22645" y="83268"/>
                  <a:pt x="22646" y="83091"/>
                </a:cubicBezTo>
                <a:lnTo>
                  <a:pt x="22646" y="81835"/>
                </a:lnTo>
                <a:cubicBezTo>
                  <a:pt x="22646" y="81647"/>
                  <a:pt x="22500" y="81493"/>
                  <a:pt x="22322" y="81493"/>
                </a:cubicBezTo>
                <a:lnTo>
                  <a:pt x="21048" y="81493"/>
                </a:lnTo>
                <a:cubicBezTo>
                  <a:pt x="21047" y="81493"/>
                  <a:pt x="21047" y="81493"/>
                  <a:pt x="21046" y="81493"/>
                </a:cubicBezTo>
                <a:close/>
                <a:moveTo>
                  <a:pt x="33684" y="81407"/>
                </a:moveTo>
                <a:cubicBezTo>
                  <a:pt x="33624" y="81407"/>
                  <a:pt x="33563" y="81420"/>
                  <a:pt x="33508" y="81446"/>
                </a:cubicBezTo>
                <a:cubicBezTo>
                  <a:pt x="33483" y="81458"/>
                  <a:pt x="33460" y="81476"/>
                  <a:pt x="33441" y="81496"/>
                </a:cubicBezTo>
                <a:lnTo>
                  <a:pt x="32861" y="82093"/>
                </a:lnTo>
                <a:cubicBezTo>
                  <a:pt x="32755" y="82198"/>
                  <a:pt x="32695" y="82342"/>
                  <a:pt x="32696" y="82490"/>
                </a:cubicBezTo>
                <a:cubicBezTo>
                  <a:pt x="32696" y="82668"/>
                  <a:pt x="32777" y="82796"/>
                  <a:pt x="32861" y="82904"/>
                </a:cubicBezTo>
                <a:lnTo>
                  <a:pt x="33442" y="83485"/>
                </a:lnTo>
                <a:cubicBezTo>
                  <a:pt x="33505" y="83551"/>
                  <a:pt x="33593" y="83587"/>
                  <a:pt x="33683" y="83587"/>
                </a:cubicBezTo>
                <a:lnTo>
                  <a:pt x="33683" y="83587"/>
                </a:lnTo>
                <a:cubicBezTo>
                  <a:pt x="33987" y="83585"/>
                  <a:pt x="34139" y="83219"/>
                  <a:pt x="33924" y="83004"/>
                </a:cubicBezTo>
                <a:lnTo>
                  <a:pt x="33411" y="82490"/>
                </a:lnTo>
                <a:lnTo>
                  <a:pt x="33925" y="81975"/>
                </a:lnTo>
                <a:cubicBezTo>
                  <a:pt x="34060" y="81842"/>
                  <a:pt x="34060" y="81626"/>
                  <a:pt x="33925" y="81493"/>
                </a:cubicBezTo>
                <a:cubicBezTo>
                  <a:pt x="33906" y="81475"/>
                  <a:pt x="33883" y="81458"/>
                  <a:pt x="33859" y="81446"/>
                </a:cubicBezTo>
                <a:cubicBezTo>
                  <a:pt x="33804" y="81420"/>
                  <a:pt x="33744" y="81407"/>
                  <a:pt x="33684" y="81407"/>
                </a:cubicBezTo>
                <a:close/>
                <a:moveTo>
                  <a:pt x="33683" y="83587"/>
                </a:moveTo>
                <a:cubicBezTo>
                  <a:pt x="33683" y="83587"/>
                  <a:pt x="33683" y="83587"/>
                  <a:pt x="33683" y="83587"/>
                </a:cubicBezTo>
                <a:lnTo>
                  <a:pt x="33684" y="83587"/>
                </a:lnTo>
                <a:cubicBezTo>
                  <a:pt x="33684" y="83587"/>
                  <a:pt x="33684" y="83587"/>
                  <a:pt x="33683" y="83587"/>
                </a:cubicBezTo>
                <a:close/>
                <a:moveTo>
                  <a:pt x="36715" y="501"/>
                </a:moveTo>
                <a:cubicBezTo>
                  <a:pt x="40106" y="501"/>
                  <a:pt x="42867" y="3262"/>
                  <a:pt x="42867" y="6654"/>
                </a:cubicBezTo>
                <a:lnTo>
                  <a:pt x="42867" y="79324"/>
                </a:lnTo>
                <a:cubicBezTo>
                  <a:pt x="42867" y="82717"/>
                  <a:pt x="40106" y="85476"/>
                  <a:pt x="36715" y="85476"/>
                </a:cubicBezTo>
                <a:lnTo>
                  <a:pt x="6656" y="85476"/>
                </a:lnTo>
                <a:cubicBezTo>
                  <a:pt x="3262" y="85476"/>
                  <a:pt x="503" y="82717"/>
                  <a:pt x="503" y="79324"/>
                </a:cubicBezTo>
                <a:lnTo>
                  <a:pt x="503" y="6654"/>
                </a:lnTo>
                <a:cubicBezTo>
                  <a:pt x="503" y="3262"/>
                  <a:pt x="3262" y="501"/>
                  <a:pt x="6656" y="501"/>
                </a:cubicBezTo>
                <a:close/>
                <a:moveTo>
                  <a:pt x="6656" y="0"/>
                </a:moveTo>
                <a:cubicBezTo>
                  <a:pt x="2986" y="0"/>
                  <a:pt x="1" y="2985"/>
                  <a:pt x="1" y="6655"/>
                </a:cubicBezTo>
                <a:lnTo>
                  <a:pt x="1" y="79324"/>
                </a:lnTo>
                <a:cubicBezTo>
                  <a:pt x="1" y="82995"/>
                  <a:pt x="2986" y="85980"/>
                  <a:pt x="6656" y="85980"/>
                </a:cubicBezTo>
                <a:lnTo>
                  <a:pt x="36715" y="85980"/>
                </a:lnTo>
                <a:cubicBezTo>
                  <a:pt x="40383" y="85980"/>
                  <a:pt x="43370" y="82993"/>
                  <a:pt x="43370" y="79324"/>
                </a:cubicBezTo>
                <a:lnTo>
                  <a:pt x="43370" y="6655"/>
                </a:lnTo>
                <a:cubicBezTo>
                  <a:pt x="43370" y="2985"/>
                  <a:pt x="40384" y="0"/>
                  <a:pt x="3671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13" name="Google Shape;613;p66"/>
          <p:cNvSpPr txBox="1"/>
          <p:nvPr>
            <p:ph type="subTitle" idx="1"/>
          </p:nvPr>
        </p:nvSpPr>
        <p:spPr>
          <a:xfrm>
            <a:off x="323850" y="915670"/>
            <a:ext cx="4944745" cy="39776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altLang="en-US" sz="1400">
                <a:solidFill>
                  <a:schemeClr val="accent5">
                    <a:lumMod val="10000"/>
                  </a:schemeClr>
                </a:solidFill>
              </a:rPr>
              <a:t>Главный экран приложения (Экран поиска) включает в себя:</a:t>
            </a:r>
            <a:endParaRPr lang="en-US" altLang="ru-RU" sz="1400">
              <a:solidFill>
                <a:schemeClr val="accent5">
                  <a:lumMod val="10000"/>
                </a:schemeClr>
              </a:solidFill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US" altLang="en-US" sz="1400">
                <a:solidFill>
                  <a:schemeClr val="accent5">
                    <a:lumMod val="10000"/>
                  </a:schemeClr>
                </a:solidFill>
              </a:rPr>
              <a:t>Поле ввода для названия блюда </a:t>
            </a:r>
            <a:endParaRPr lang="en-US" altLang="en-US" sz="1400">
              <a:solidFill>
                <a:schemeClr val="accent5">
                  <a:lumMod val="10000"/>
                </a:schemeClr>
              </a:solidFill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US" altLang="en-US" sz="1400">
                <a:solidFill>
                  <a:schemeClr val="accent5">
                    <a:lumMod val="10000"/>
                  </a:schemeClr>
                </a:solidFill>
              </a:rPr>
              <a:t>Кнопку «Найти через </a:t>
            </a:r>
            <a:r>
              <a:rPr lang="en-US" altLang="ru-RU" sz="1400">
                <a:solidFill>
                  <a:schemeClr val="accent5">
                    <a:lumMod val="10000"/>
                  </a:schemeClr>
                </a:solidFill>
              </a:rPr>
              <a:t>API» </a:t>
            </a:r>
            <a:r>
              <a:rPr lang="ru-RU" altLang="en-US" sz="1400">
                <a:solidFill>
                  <a:schemeClr val="accent5">
                    <a:lumMod val="10000"/>
                  </a:schemeClr>
                </a:solidFill>
              </a:rPr>
              <a:t>-</a:t>
            </a:r>
            <a:r>
              <a:rPr lang="en-US" altLang="ru-RU" sz="1400">
                <a:solidFill>
                  <a:schemeClr val="accent5">
                    <a:lumMod val="10000"/>
                  </a:schemeClr>
                </a:solidFill>
              </a:rPr>
              <a:t> </a:t>
            </a:r>
            <a:r>
              <a:rPr lang="en-US" altLang="en-US" sz="1400">
                <a:solidFill>
                  <a:schemeClr val="accent5">
                    <a:lumMod val="10000"/>
                  </a:schemeClr>
                </a:solidFill>
              </a:rPr>
              <a:t>она отправляет сетевой запрос к серверу </a:t>
            </a:r>
            <a:r>
              <a:rPr lang="en-US" altLang="ru-RU" sz="1400">
                <a:solidFill>
                  <a:schemeClr val="accent5">
                    <a:lumMod val="10000"/>
                  </a:schemeClr>
                </a:solidFill>
              </a:rPr>
              <a:t>Spoonacular.</a:t>
            </a:r>
            <a:endParaRPr lang="en-US" altLang="ru-RU" sz="1400">
              <a:solidFill>
                <a:schemeClr val="accent5">
                  <a:lumMod val="10000"/>
                </a:schemeClr>
              </a:solidFill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US" altLang="en-US" sz="1400">
                <a:solidFill>
                  <a:schemeClr val="accent5">
                    <a:lumMod val="10000"/>
                  </a:schemeClr>
                </a:solidFill>
              </a:rPr>
              <a:t>Блок результата </a:t>
            </a:r>
            <a:r>
              <a:rPr lang="ru-RU" altLang="en-US" sz="1400">
                <a:solidFill>
                  <a:schemeClr val="accent5">
                    <a:lumMod val="10000"/>
                  </a:schemeClr>
                </a:solidFill>
              </a:rPr>
              <a:t>-</a:t>
            </a:r>
            <a:r>
              <a:rPr lang="en-US" altLang="en-US" sz="1400">
                <a:solidFill>
                  <a:schemeClr val="accent5">
                    <a:lumMod val="10000"/>
                  </a:schemeClr>
                </a:solidFill>
              </a:rPr>
              <a:t> название рецепта, время приготовления и список ингредиентов.</a:t>
            </a:r>
            <a:endParaRPr lang="en-US" altLang="ru-RU" sz="1400">
              <a:solidFill>
                <a:schemeClr val="accent5">
                  <a:lumMod val="10000"/>
                </a:schemeClr>
              </a:solidFill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US" altLang="en-US" sz="1400">
                <a:solidFill>
                  <a:schemeClr val="accent5">
                    <a:lumMod val="10000"/>
                  </a:schemeClr>
                </a:solidFill>
              </a:rPr>
              <a:t>Кнопку «Сохранить в коллекцию» </a:t>
            </a:r>
            <a:r>
              <a:rPr lang="ru-RU" altLang="en-US" sz="1400">
                <a:solidFill>
                  <a:schemeClr val="accent5">
                    <a:lumMod val="10000"/>
                  </a:schemeClr>
                </a:solidFill>
              </a:rPr>
              <a:t>-</a:t>
            </a:r>
            <a:r>
              <a:rPr lang="en-US" altLang="en-US" sz="1400">
                <a:solidFill>
                  <a:schemeClr val="accent5">
                    <a:lumMod val="10000"/>
                  </a:schemeClr>
                </a:solidFill>
              </a:rPr>
              <a:t> появляется после успешного поиска и сохраняет рецепт в базу данных устройства.</a:t>
            </a:r>
            <a:endParaRPr lang="en-US" altLang="ru-RU" sz="1400">
              <a:solidFill>
                <a:schemeClr val="accent5">
                  <a:lumMod val="10000"/>
                </a:schemeClr>
              </a:solidFill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US" altLang="en-US" sz="1400">
                <a:solidFill>
                  <a:schemeClr val="accent5">
                    <a:lumMod val="10000"/>
                  </a:schemeClr>
                </a:solidFill>
              </a:rPr>
              <a:t>Кнопку перехода в личную коллекцию рецептов.</a:t>
            </a:r>
            <a:endParaRPr lang="en-US" altLang="en-US" sz="1400">
              <a:solidFill>
                <a:schemeClr val="accent5">
                  <a:lumMod val="10000"/>
                </a:schemeClr>
              </a:solidFill>
            </a:endParaRPr>
          </a:p>
        </p:txBody>
      </p:sp>
      <p:pic>
        <p:nvPicPr>
          <p:cNvPr id="1" name="Изображение 0"/>
          <p:cNvPicPr>
            <a:picLocks noChangeAspect="1"/>
          </p:cNvPicPr>
          <p:nvPr/>
        </p:nvPicPr>
        <p:blipFill>
          <a:blip r:embed="rId1"/>
          <a:srcRect t="5593" b="10395"/>
          <a:stretch>
            <a:fillRect/>
          </a:stretch>
        </p:blipFill>
        <p:spPr>
          <a:xfrm>
            <a:off x="6047105" y="617220"/>
            <a:ext cx="2305685" cy="39890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66"/>
          <p:cNvSpPr txBox="1"/>
          <p:nvPr>
            <p:ph type="title"/>
          </p:nvPr>
        </p:nvSpPr>
        <p:spPr>
          <a:xfrm>
            <a:off x="35470" y="267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>
                <a:solidFill>
                  <a:schemeClr val="accent5">
                    <a:lumMod val="10000"/>
                  </a:schemeClr>
                </a:solidFill>
              </a:rPr>
              <a:t>Экран коллекции</a:t>
            </a:r>
            <a:endParaRPr lang="en-US" altLang="en-US">
              <a:solidFill>
                <a:schemeClr val="accent5">
                  <a:lumMod val="10000"/>
                </a:schemeClr>
              </a:solidFill>
            </a:endParaRPr>
          </a:p>
        </p:txBody>
      </p:sp>
      <p:sp>
        <p:nvSpPr>
          <p:cNvPr id="612" name="Google Shape;612;p66"/>
          <p:cNvSpPr/>
          <p:nvPr/>
        </p:nvSpPr>
        <p:spPr>
          <a:xfrm>
            <a:off x="5940425" y="195580"/>
            <a:ext cx="2536190" cy="4862195"/>
          </a:xfrm>
          <a:custGeom>
            <a:avLst/>
            <a:gdLst/>
            <a:ahLst/>
            <a:cxnLst/>
            <a:rect l="l" t="t" r="r" b="b"/>
            <a:pathLst>
              <a:path w="43370" h="85981" extrusionOk="0">
                <a:moveTo>
                  <a:pt x="25827" y="3794"/>
                </a:moveTo>
                <a:lnTo>
                  <a:pt x="25827" y="4045"/>
                </a:lnTo>
                <a:lnTo>
                  <a:pt x="25845" y="4047"/>
                </a:lnTo>
                <a:cubicBezTo>
                  <a:pt x="25856" y="4066"/>
                  <a:pt x="25857" y="4090"/>
                  <a:pt x="25850" y="4111"/>
                </a:cubicBezTo>
                <a:lnTo>
                  <a:pt x="17205" y="4129"/>
                </a:lnTo>
                <a:lnTo>
                  <a:pt x="17193" y="4382"/>
                </a:lnTo>
                <a:lnTo>
                  <a:pt x="17156" y="4111"/>
                </a:lnTo>
                <a:cubicBezTo>
                  <a:pt x="17147" y="4092"/>
                  <a:pt x="17148" y="4068"/>
                  <a:pt x="17159" y="4048"/>
                </a:cubicBezTo>
                <a:lnTo>
                  <a:pt x="17226" y="4048"/>
                </a:lnTo>
                <a:lnTo>
                  <a:pt x="25807" y="4047"/>
                </a:lnTo>
                <a:lnTo>
                  <a:pt x="25827" y="3794"/>
                </a:lnTo>
                <a:close/>
                <a:moveTo>
                  <a:pt x="17178" y="3543"/>
                </a:moveTo>
                <a:cubicBezTo>
                  <a:pt x="16876" y="3543"/>
                  <a:pt x="16647" y="3775"/>
                  <a:pt x="16647" y="4083"/>
                </a:cubicBezTo>
                <a:cubicBezTo>
                  <a:pt x="16647" y="4395"/>
                  <a:pt x="16881" y="4631"/>
                  <a:pt x="17223" y="4631"/>
                </a:cubicBezTo>
                <a:lnTo>
                  <a:pt x="17227" y="4631"/>
                </a:lnTo>
                <a:lnTo>
                  <a:pt x="25757" y="4630"/>
                </a:lnTo>
                <a:cubicBezTo>
                  <a:pt x="25765" y="4631"/>
                  <a:pt x="25805" y="4633"/>
                  <a:pt x="25812" y="4633"/>
                </a:cubicBezTo>
                <a:cubicBezTo>
                  <a:pt x="26122" y="4633"/>
                  <a:pt x="26357" y="4397"/>
                  <a:pt x="26357" y="4083"/>
                </a:cubicBezTo>
                <a:cubicBezTo>
                  <a:pt x="26357" y="3775"/>
                  <a:pt x="26129" y="3543"/>
                  <a:pt x="25827" y="3543"/>
                </a:cubicBezTo>
                <a:lnTo>
                  <a:pt x="17256" y="3549"/>
                </a:lnTo>
                <a:cubicBezTo>
                  <a:pt x="17245" y="3547"/>
                  <a:pt x="17187" y="3543"/>
                  <a:pt x="17178" y="3543"/>
                </a:cubicBezTo>
                <a:close/>
                <a:moveTo>
                  <a:pt x="41722" y="7196"/>
                </a:moveTo>
                <a:lnTo>
                  <a:pt x="41722" y="78527"/>
                </a:lnTo>
                <a:lnTo>
                  <a:pt x="1739" y="78527"/>
                </a:lnTo>
                <a:lnTo>
                  <a:pt x="1739" y="7196"/>
                </a:lnTo>
                <a:close/>
                <a:moveTo>
                  <a:pt x="1488" y="6694"/>
                </a:moveTo>
                <a:cubicBezTo>
                  <a:pt x="1349" y="6694"/>
                  <a:pt x="1237" y="6806"/>
                  <a:pt x="1237" y="6945"/>
                </a:cubicBezTo>
                <a:lnTo>
                  <a:pt x="1237" y="78778"/>
                </a:lnTo>
                <a:cubicBezTo>
                  <a:pt x="1237" y="78917"/>
                  <a:pt x="1349" y="79029"/>
                  <a:pt x="1488" y="79029"/>
                </a:cubicBezTo>
                <a:lnTo>
                  <a:pt x="41972" y="79029"/>
                </a:lnTo>
                <a:cubicBezTo>
                  <a:pt x="42111" y="79029"/>
                  <a:pt x="42223" y="78917"/>
                  <a:pt x="42223" y="78778"/>
                </a:cubicBezTo>
                <a:lnTo>
                  <a:pt x="42223" y="6945"/>
                </a:lnTo>
                <a:cubicBezTo>
                  <a:pt x="42223" y="6806"/>
                  <a:pt x="42111" y="6694"/>
                  <a:pt x="41972" y="6694"/>
                </a:cubicBezTo>
                <a:close/>
                <a:moveTo>
                  <a:pt x="7894" y="81457"/>
                </a:moveTo>
                <a:cubicBezTo>
                  <a:pt x="7754" y="81457"/>
                  <a:pt x="7642" y="81569"/>
                  <a:pt x="7642" y="81708"/>
                </a:cubicBezTo>
                <a:lnTo>
                  <a:pt x="7642" y="81926"/>
                </a:lnTo>
                <a:cubicBezTo>
                  <a:pt x="7642" y="82065"/>
                  <a:pt x="7754" y="82177"/>
                  <a:pt x="7894" y="82177"/>
                </a:cubicBezTo>
                <a:lnTo>
                  <a:pt x="9495" y="82177"/>
                </a:lnTo>
                <a:cubicBezTo>
                  <a:pt x="9625" y="82177"/>
                  <a:pt x="9734" y="82077"/>
                  <a:pt x="9744" y="81947"/>
                </a:cubicBezTo>
                <a:lnTo>
                  <a:pt x="9764" y="81729"/>
                </a:lnTo>
                <a:cubicBezTo>
                  <a:pt x="9776" y="81582"/>
                  <a:pt x="9660" y="81457"/>
                  <a:pt x="9512" y="81457"/>
                </a:cubicBezTo>
                <a:close/>
                <a:moveTo>
                  <a:pt x="22144" y="81995"/>
                </a:moveTo>
                <a:lnTo>
                  <a:pt x="22144" y="82911"/>
                </a:lnTo>
                <a:lnTo>
                  <a:pt x="21208" y="82911"/>
                </a:lnTo>
                <a:lnTo>
                  <a:pt x="21208" y="81995"/>
                </a:lnTo>
                <a:close/>
                <a:moveTo>
                  <a:pt x="33797" y="83129"/>
                </a:moveTo>
                <a:cubicBezTo>
                  <a:pt x="33798" y="83130"/>
                  <a:pt x="33798" y="83130"/>
                  <a:pt x="33798" y="83131"/>
                </a:cubicBezTo>
                <a:lnTo>
                  <a:pt x="33797" y="83129"/>
                </a:lnTo>
                <a:close/>
                <a:moveTo>
                  <a:pt x="21046" y="81493"/>
                </a:moveTo>
                <a:cubicBezTo>
                  <a:pt x="20857" y="81493"/>
                  <a:pt x="20705" y="81646"/>
                  <a:pt x="20706" y="81835"/>
                </a:cubicBezTo>
                <a:lnTo>
                  <a:pt x="20706" y="83091"/>
                </a:lnTo>
                <a:cubicBezTo>
                  <a:pt x="20706" y="83268"/>
                  <a:pt x="20860" y="83413"/>
                  <a:pt x="21048" y="83413"/>
                </a:cubicBezTo>
                <a:lnTo>
                  <a:pt x="22304" y="83413"/>
                </a:lnTo>
                <a:lnTo>
                  <a:pt x="22304" y="83415"/>
                </a:lnTo>
                <a:cubicBezTo>
                  <a:pt x="22492" y="83415"/>
                  <a:pt x="22645" y="83268"/>
                  <a:pt x="22646" y="83091"/>
                </a:cubicBezTo>
                <a:lnTo>
                  <a:pt x="22646" y="81835"/>
                </a:lnTo>
                <a:cubicBezTo>
                  <a:pt x="22646" y="81647"/>
                  <a:pt x="22500" y="81493"/>
                  <a:pt x="22322" y="81493"/>
                </a:cubicBezTo>
                <a:lnTo>
                  <a:pt x="21048" y="81493"/>
                </a:lnTo>
                <a:cubicBezTo>
                  <a:pt x="21047" y="81493"/>
                  <a:pt x="21047" y="81493"/>
                  <a:pt x="21046" y="81493"/>
                </a:cubicBezTo>
                <a:close/>
                <a:moveTo>
                  <a:pt x="33684" y="81407"/>
                </a:moveTo>
                <a:cubicBezTo>
                  <a:pt x="33624" y="81407"/>
                  <a:pt x="33563" y="81420"/>
                  <a:pt x="33508" y="81446"/>
                </a:cubicBezTo>
                <a:cubicBezTo>
                  <a:pt x="33483" y="81458"/>
                  <a:pt x="33460" y="81476"/>
                  <a:pt x="33441" y="81496"/>
                </a:cubicBezTo>
                <a:lnTo>
                  <a:pt x="32861" y="82093"/>
                </a:lnTo>
                <a:cubicBezTo>
                  <a:pt x="32755" y="82198"/>
                  <a:pt x="32695" y="82342"/>
                  <a:pt x="32696" y="82490"/>
                </a:cubicBezTo>
                <a:cubicBezTo>
                  <a:pt x="32696" y="82668"/>
                  <a:pt x="32777" y="82796"/>
                  <a:pt x="32861" y="82904"/>
                </a:cubicBezTo>
                <a:lnTo>
                  <a:pt x="33442" y="83485"/>
                </a:lnTo>
                <a:cubicBezTo>
                  <a:pt x="33505" y="83551"/>
                  <a:pt x="33593" y="83587"/>
                  <a:pt x="33683" y="83587"/>
                </a:cubicBezTo>
                <a:lnTo>
                  <a:pt x="33683" y="83587"/>
                </a:lnTo>
                <a:cubicBezTo>
                  <a:pt x="33987" y="83585"/>
                  <a:pt x="34139" y="83219"/>
                  <a:pt x="33924" y="83004"/>
                </a:cubicBezTo>
                <a:lnTo>
                  <a:pt x="33411" y="82490"/>
                </a:lnTo>
                <a:lnTo>
                  <a:pt x="33925" y="81975"/>
                </a:lnTo>
                <a:cubicBezTo>
                  <a:pt x="34060" y="81842"/>
                  <a:pt x="34060" y="81626"/>
                  <a:pt x="33925" y="81493"/>
                </a:cubicBezTo>
                <a:cubicBezTo>
                  <a:pt x="33906" y="81475"/>
                  <a:pt x="33883" y="81458"/>
                  <a:pt x="33859" y="81446"/>
                </a:cubicBezTo>
                <a:cubicBezTo>
                  <a:pt x="33804" y="81420"/>
                  <a:pt x="33744" y="81407"/>
                  <a:pt x="33684" y="81407"/>
                </a:cubicBezTo>
                <a:close/>
                <a:moveTo>
                  <a:pt x="33683" y="83587"/>
                </a:moveTo>
                <a:cubicBezTo>
                  <a:pt x="33683" y="83587"/>
                  <a:pt x="33683" y="83587"/>
                  <a:pt x="33683" y="83587"/>
                </a:cubicBezTo>
                <a:lnTo>
                  <a:pt x="33684" y="83587"/>
                </a:lnTo>
                <a:cubicBezTo>
                  <a:pt x="33684" y="83587"/>
                  <a:pt x="33684" y="83587"/>
                  <a:pt x="33683" y="83587"/>
                </a:cubicBezTo>
                <a:close/>
                <a:moveTo>
                  <a:pt x="36715" y="501"/>
                </a:moveTo>
                <a:cubicBezTo>
                  <a:pt x="40106" y="501"/>
                  <a:pt x="42867" y="3262"/>
                  <a:pt x="42867" y="6654"/>
                </a:cubicBezTo>
                <a:lnTo>
                  <a:pt x="42867" y="79324"/>
                </a:lnTo>
                <a:cubicBezTo>
                  <a:pt x="42867" y="82717"/>
                  <a:pt x="40106" y="85476"/>
                  <a:pt x="36715" y="85476"/>
                </a:cubicBezTo>
                <a:lnTo>
                  <a:pt x="6656" y="85476"/>
                </a:lnTo>
                <a:cubicBezTo>
                  <a:pt x="3262" y="85476"/>
                  <a:pt x="503" y="82717"/>
                  <a:pt x="503" y="79324"/>
                </a:cubicBezTo>
                <a:lnTo>
                  <a:pt x="503" y="6654"/>
                </a:lnTo>
                <a:cubicBezTo>
                  <a:pt x="503" y="3262"/>
                  <a:pt x="3262" y="501"/>
                  <a:pt x="6656" y="501"/>
                </a:cubicBezTo>
                <a:close/>
                <a:moveTo>
                  <a:pt x="6656" y="0"/>
                </a:moveTo>
                <a:cubicBezTo>
                  <a:pt x="2986" y="0"/>
                  <a:pt x="1" y="2985"/>
                  <a:pt x="1" y="6655"/>
                </a:cubicBezTo>
                <a:lnTo>
                  <a:pt x="1" y="79324"/>
                </a:lnTo>
                <a:cubicBezTo>
                  <a:pt x="1" y="82995"/>
                  <a:pt x="2986" y="85980"/>
                  <a:pt x="6656" y="85980"/>
                </a:cubicBezTo>
                <a:lnTo>
                  <a:pt x="36715" y="85980"/>
                </a:lnTo>
                <a:cubicBezTo>
                  <a:pt x="40383" y="85980"/>
                  <a:pt x="43370" y="82993"/>
                  <a:pt x="43370" y="79324"/>
                </a:cubicBezTo>
                <a:lnTo>
                  <a:pt x="43370" y="6655"/>
                </a:lnTo>
                <a:cubicBezTo>
                  <a:pt x="43370" y="2985"/>
                  <a:pt x="40384" y="0"/>
                  <a:pt x="3671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13" name="Google Shape;613;p66"/>
          <p:cNvSpPr txBox="1"/>
          <p:nvPr>
            <p:ph type="subTitle" idx="1"/>
          </p:nvPr>
        </p:nvSpPr>
        <p:spPr>
          <a:xfrm>
            <a:off x="323850" y="915670"/>
            <a:ext cx="4944745" cy="39776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altLang="en-US" sz="1400">
                <a:solidFill>
                  <a:schemeClr val="accent5">
                    <a:lumMod val="10000"/>
                  </a:schemeClr>
                </a:solidFill>
              </a:rPr>
              <a:t>Экран вывода сохраненной информации включает в себя:</a:t>
            </a:r>
            <a:endParaRPr lang="en-US" altLang="ru-RU" sz="1400">
              <a:solidFill>
                <a:schemeClr val="accent5">
                  <a:lumMod val="10000"/>
                </a:schemeClr>
              </a:solidFill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US" altLang="en-US" sz="1400">
                <a:solidFill>
                  <a:schemeClr val="accent5">
                    <a:lumMod val="10000"/>
                  </a:schemeClr>
                </a:solidFill>
              </a:rPr>
              <a:t>Горизонтальный баннер с изображением.</a:t>
            </a:r>
            <a:endParaRPr lang="en-US" altLang="ru-RU" sz="1400">
              <a:solidFill>
                <a:schemeClr val="accent5">
                  <a:lumMod val="10000"/>
                </a:schemeClr>
              </a:solidFill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US" altLang="en-US" sz="1400">
                <a:solidFill>
                  <a:schemeClr val="accent5">
                    <a:lumMod val="10000"/>
                  </a:schemeClr>
                </a:solidFill>
              </a:rPr>
              <a:t>Список рецептов, загруженных из локальной базы данных </a:t>
            </a:r>
            <a:r>
              <a:rPr lang="en-US" altLang="ru-RU" sz="1400">
                <a:solidFill>
                  <a:schemeClr val="accent5">
                    <a:lumMod val="10000"/>
                  </a:schemeClr>
                </a:solidFill>
              </a:rPr>
              <a:t>ROOM.</a:t>
            </a:r>
            <a:endParaRPr lang="en-US" altLang="ru-RU" sz="1400">
              <a:solidFill>
                <a:schemeClr val="accent5">
                  <a:lumMod val="10000"/>
                </a:schemeClr>
              </a:solidFill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ru-RU" altLang="en-US" sz="1400">
                <a:solidFill>
                  <a:schemeClr val="accent5">
                    <a:lumMod val="10000"/>
                  </a:schemeClr>
                </a:solidFill>
              </a:rPr>
              <a:t>Красивое отображение для каждого рецепта</a:t>
            </a:r>
            <a:r>
              <a:rPr lang="en-US" altLang="en-US" sz="1400">
                <a:solidFill>
                  <a:schemeClr val="accent5">
                    <a:lumMod val="10000"/>
                  </a:schemeClr>
                </a:solidFill>
              </a:rPr>
              <a:t>.</a:t>
            </a:r>
            <a:endParaRPr lang="en-US" altLang="ru-RU" sz="1400">
              <a:solidFill>
                <a:schemeClr val="accent5">
                  <a:lumMod val="10000"/>
                </a:schemeClr>
              </a:solidFill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US" altLang="en-US" sz="1400">
                <a:solidFill>
                  <a:schemeClr val="accent5">
                    <a:lumMod val="10000"/>
                  </a:schemeClr>
                </a:solidFill>
              </a:rPr>
              <a:t>Кнопку-крестик </a:t>
            </a:r>
            <a:r>
              <a:rPr lang="ru-RU" altLang="en-US" sz="1400">
                <a:solidFill>
                  <a:schemeClr val="accent5">
                    <a:lumMod val="10000"/>
                  </a:schemeClr>
                </a:solidFill>
              </a:rPr>
              <a:t>-</a:t>
            </a:r>
            <a:r>
              <a:rPr lang="en-US" altLang="en-US" sz="1400">
                <a:solidFill>
                  <a:schemeClr val="accent5">
                    <a:lumMod val="10000"/>
                  </a:schemeClr>
                </a:solidFill>
              </a:rPr>
              <a:t> позволяет удалить блюдо из базы данных.</a:t>
            </a:r>
            <a:endParaRPr lang="en-US" altLang="ru-RU" sz="1400">
              <a:solidFill>
                <a:schemeClr val="accent5">
                  <a:lumMod val="10000"/>
                </a:schemeClr>
              </a:solidFill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en-US" altLang="en-US" sz="1400">
                <a:solidFill>
                  <a:schemeClr val="accent5">
                    <a:lumMod val="10000"/>
                  </a:schemeClr>
                </a:solidFill>
              </a:rPr>
              <a:t>Кнопку «Назад» в нижней части экрана для возврата к экрану поиска.</a:t>
            </a:r>
            <a:endParaRPr lang="en-US" altLang="en-US" sz="1400">
              <a:solidFill>
                <a:schemeClr val="accent5">
                  <a:lumMod val="10000"/>
                </a:schemeClr>
              </a:solidFill>
            </a:endParaRPr>
          </a:p>
        </p:txBody>
      </p:sp>
      <p:pic>
        <p:nvPicPr>
          <p:cNvPr id="2" name="Изображение 1"/>
          <p:cNvPicPr>
            <a:picLocks noChangeAspect="1"/>
          </p:cNvPicPr>
          <p:nvPr/>
        </p:nvPicPr>
        <p:blipFill>
          <a:blip r:embed="rId1"/>
          <a:srcRect t="5198" b="1667"/>
          <a:stretch>
            <a:fillRect/>
          </a:stretch>
        </p:blipFill>
        <p:spPr>
          <a:xfrm>
            <a:off x="6051550" y="627380"/>
            <a:ext cx="2348230" cy="4033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6"/>
          <p:cNvSpPr txBox="1"/>
          <p:nvPr>
            <p:ph type="title"/>
          </p:nvPr>
        </p:nvSpPr>
        <p:spPr>
          <a:xfrm>
            <a:off x="683170" y="26786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>
                <a:solidFill>
                  <a:schemeClr val="bg1">
                    <a:lumMod val="10000"/>
                  </a:schemeClr>
                </a:solidFill>
              </a:rPr>
              <a:t>Перспективы разработки</a:t>
            </a:r>
            <a:endParaRPr lang="en-US" altLang="en-US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179" name="Google Shape;179;p36"/>
          <p:cNvSpPr txBox="1"/>
          <p:nvPr>
            <p:ph type="body" idx="1"/>
          </p:nvPr>
        </p:nvSpPr>
        <p:spPr>
          <a:xfrm>
            <a:off x="323850" y="987425"/>
            <a:ext cx="5102225" cy="3565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>
                <a:solidFill>
                  <a:schemeClr val="bg1">
                    <a:lumMod val="10000"/>
                  </a:schemeClr>
                </a:solidFill>
              </a:rPr>
              <a:t>Расширение поиска: добавление возможности выводить сразу несколько рецептов (списком) с выбором нужного.</a:t>
            </a:r>
            <a:endParaRPr lang="en-US" altLang="en-US">
              <a:solidFill>
                <a:schemeClr val="bg1">
                  <a:lumMod val="10000"/>
                </a:schemeClr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ru-RU">
              <a:solidFill>
                <a:schemeClr val="bg1">
                  <a:lumMod val="10000"/>
                </a:schemeClr>
              </a:solidFill>
            </a:endParaRP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>
                <a:solidFill>
                  <a:schemeClr val="bg1">
                    <a:lumMod val="10000"/>
                  </a:schemeClr>
                </a:solidFill>
              </a:rPr>
              <a:t>Фильтрация: добавление фильтров по типу диеты, калорийности или времени приготовления.</a:t>
            </a:r>
            <a:endParaRPr lang="en-US" altLang="en-US">
              <a:solidFill>
                <a:schemeClr val="bg1">
                  <a:lumMod val="10000"/>
                </a:schemeClr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ru-RU">
              <a:solidFill>
                <a:schemeClr val="bg1">
                  <a:lumMod val="10000"/>
                </a:schemeClr>
              </a:solidFill>
            </a:endParaRP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>
                <a:solidFill>
                  <a:schemeClr val="bg1">
                    <a:lumMod val="10000"/>
                  </a:schemeClr>
                </a:solidFill>
              </a:rPr>
              <a:t>Личные рецепты: возможность пользователю создавать и сохранять свои собственные рецепты, а не только искать в </a:t>
            </a:r>
            <a:r>
              <a:rPr lang="en-US" altLang="ru-RU">
                <a:solidFill>
                  <a:schemeClr val="bg1">
                    <a:lumMod val="10000"/>
                  </a:schemeClr>
                </a:solidFill>
              </a:rPr>
              <a:t>API.</a:t>
            </a:r>
            <a:endParaRPr lang="en-US" altLang="ru-RU">
              <a:solidFill>
                <a:schemeClr val="bg1">
                  <a:lumMod val="10000"/>
                </a:schemeClr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ru-RU">
              <a:solidFill>
                <a:schemeClr val="bg1">
                  <a:lumMod val="10000"/>
                </a:schemeClr>
              </a:solidFill>
            </a:endParaRP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>
                <a:solidFill>
                  <a:schemeClr val="bg1">
                    <a:lumMod val="10000"/>
                  </a:schemeClr>
                </a:solidFill>
              </a:rPr>
              <a:t>Синхронизация: сохранение коллекции в облаке для доступа с разных устройств.</a:t>
            </a:r>
            <a:endParaRPr lang="en-US" altLang="en-US">
              <a:solidFill>
                <a:schemeClr val="bg1">
                  <a:lumMod val="10000"/>
                </a:schemeClr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ru-RU">
              <a:solidFill>
                <a:schemeClr val="bg1">
                  <a:lumMod val="10000"/>
                </a:schemeClr>
              </a:solidFill>
            </a:endParaRP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>
                <a:solidFill>
                  <a:schemeClr val="bg1">
                    <a:lumMod val="10000"/>
                  </a:schemeClr>
                </a:solidFill>
              </a:rPr>
              <a:t>Дизайн: добавление анимаций и дальнейшая оптимизация интерфейса.</a:t>
            </a:r>
            <a:endParaRPr lang="en-US" altLang="en-US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1" name="Текстовое поле 0"/>
          <p:cNvSpPr txBox="1"/>
          <p:nvPr/>
        </p:nvSpPr>
        <p:spPr>
          <a:xfrm>
            <a:off x="5652135" y="1491615"/>
            <a:ext cx="1076960" cy="11988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zh-CN" sz="7200" b="0" i="0">
                <a:solidFill>
                  <a:schemeClr val="tx2">
                    <a:lumMod val="75000"/>
                  </a:schemeClr>
                </a:solidFill>
                <a:latin typeface="quote-cjk-patch"/>
                <a:ea typeface="quote-cjk-patch"/>
              </a:rPr>
              <a:t>✔</a:t>
            </a:r>
            <a:endParaRPr lang="en-US" altLang="zh-CN" sz="7200" b="0" i="0">
              <a:solidFill>
                <a:schemeClr val="tx2">
                  <a:lumMod val="75000"/>
                </a:schemeClr>
              </a:solidFill>
              <a:latin typeface="quote-cjk-patch"/>
              <a:ea typeface="quote-cjk-patch"/>
            </a:endParaRPr>
          </a:p>
        </p:txBody>
      </p:sp>
      <p:sp>
        <p:nvSpPr>
          <p:cNvPr id="2" name="Текстовое поле 1"/>
          <p:cNvSpPr txBox="1"/>
          <p:nvPr/>
        </p:nvSpPr>
        <p:spPr>
          <a:xfrm>
            <a:off x="5657215" y="3507740"/>
            <a:ext cx="109156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7200">
                <a:solidFill>
                  <a:schemeClr val="tx2">
                    <a:lumMod val="75000"/>
                  </a:schemeClr>
                </a:solidFill>
                <a:latin typeface="quote-cjk-patch"/>
                <a:ea typeface="quote-cjk-patch"/>
                <a:sym typeface="+mn-ea"/>
              </a:rPr>
              <a:t>✔</a:t>
            </a:r>
            <a:endParaRPr lang="en-US" altLang="zh-CN" sz="7200">
              <a:solidFill>
                <a:schemeClr val="tx2">
                  <a:lumMod val="75000"/>
                </a:schemeClr>
              </a:solidFill>
              <a:latin typeface="quote-cjk-patch"/>
              <a:ea typeface="quote-cjk-patch"/>
              <a:sym typeface="+mn-ea"/>
            </a:endParaRPr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7020560" y="2427605"/>
            <a:ext cx="109220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7200">
                <a:solidFill>
                  <a:schemeClr val="tx2">
                    <a:lumMod val="75000"/>
                  </a:schemeClr>
                </a:solidFill>
                <a:latin typeface="quote-cjk-patch"/>
                <a:ea typeface="quote-cjk-patch"/>
                <a:sym typeface="+mn-ea"/>
              </a:rPr>
              <a:t>✔</a:t>
            </a:r>
            <a:endParaRPr lang="en-US" altLang="zh-CN" sz="7200">
              <a:solidFill>
                <a:schemeClr val="tx2">
                  <a:lumMod val="75000"/>
                </a:schemeClr>
              </a:solidFill>
              <a:latin typeface="quote-cjk-patch"/>
              <a:ea typeface="quote-cjk-patch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8"/>
          <p:cNvSpPr txBox="1"/>
          <p:nvPr>
            <p:ph type="title"/>
          </p:nvPr>
        </p:nvSpPr>
        <p:spPr>
          <a:xfrm>
            <a:off x="1462775" y="1330050"/>
            <a:ext cx="6218400" cy="16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altLang="en-GB">
                <a:solidFill>
                  <a:schemeClr val="accent5">
                    <a:lumMod val="10000"/>
                  </a:schemeClr>
                </a:solidFill>
              </a:rPr>
              <a:t>Спасибо за</a:t>
            </a:r>
            <a:br>
              <a:rPr lang="ru-RU" altLang="en-GB">
                <a:solidFill>
                  <a:schemeClr val="accent5">
                    <a:lumMod val="10000"/>
                  </a:schemeClr>
                </a:solidFill>
              </a:rPr>
            </a:br>
            <a:r>
              <a:rPr lang="ru-RU" altLang="en-GB">
                <a:solidFill>
                  <a:schemeClr val="accent5">
                    <a:lumMod val="10000"/>
                  </a:schemeClr>
                </a:solidFill>
              </a:rPr>
              <a:t>внимание!</a:t>
            </a:r>
            <a:endParaRPr lang="ru-RU" altLang="en-GB">
              <a:solidFill>
                <a:schemeClr val="accent5">
                  <a:lumMod val="10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nimalist Aesthetic Slideshow by Slidesgo">
  <a:themeElements>
    <a:clrScheme name="Simple Light">
      <a:dk1>
        <a:srgbClr val="6D5B57"/>
      </a:dk1>
      <a:lt1>
        <a:srgbClr val="F2E1D8"/>
      </a:lt1>
      <a:dk2>
        <a:srgbClr val="595959"/>
      </a:dk2>
      <a:lt2>
        <a:srgbClr val="B08980"/>
      </a:lt2>
      <a:accent1>
        <a:srgbClr val="6D5B57"/>
      </a:accent1>
      <a:accent2>
        <a:srgbClr val="F2E1D8"/>
      </a:accent2>
      <a:accent3>
        <a:srgbClr val="595959"/>
      </a:accent3>
      <a:accent4>
        <a:srgbClr val="B08980"/>
      </a:accent4>
      <a:accent5>
        <a:srgbClr val="F2E1D8"/>
      </a:accent5>
      <a:accent6>
        <a:srgbClr val="595959"/>
      </a:accent6>
      <a:hlink>
        <a:srgbClr val="59595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3106</Words>
  <Application>WPS Presentation</Application>
  <PresentationFormat/>
  <Paragraphs>123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6" baseType="lpstr">
      <vt:lpstr>Arial</vt:lpstr>
      <vt:lpstr>SimSun</vt:lpstr>
      <vt:lpstr>Wingdings</vt:lpstr>
      <vt:lpstr>Arial</vt:lpstr>
      <vt:lpstr>Poiret One</vt:lpstr>
      <vt:lpstr>Bebas Neue</vt:lpstr>
      <vt:lpstr>Oxygen Light</vt:lpstr>
      <vt:lpstr>Oxygen</vt:lpstr>
      <vt:lpstr>Anaheim</vt:lpstr>
      <vt:lpstr>Segoe Print</vt:lpstr>
      <vt:lpstr>Maven Pro</vt:lpstr>
      <vt:lpstr>Oxygen</vt:lpstr>
      <vt:lpstr>Microsoft YaHei</vt:lpstr>
      <vt:lpstr>Arial Unicode MS</vt:lpstr>
      <vt:lpstr>quote-cjk-patch</vt:lpstr>
      <vt:lpstr>Minimalist Aesthetic Slideshow by Slidesgo</vt:lpstr>
      <vt:lpstr>РАЗРАБОТКА МОБИЛЬНОГО ПРИЛОЖЕНИЯ «ПОИСК РЕЦЕПТОВ»</vt:lpstr>
      <vt:lpstr>О разработке</vt:lpstr>
      <vt:lpstr>Цели и задачи проекта</vt:lpstr>
      <vt:lpstr>03</vt:lpstr>
      <vt:lpstr>YOU CAN WRITE HERE A LONG TITLE HERE</vt:lpstr>
      <vt:lpstr>Главное окно программы</vt:lpstr>
      <vt:lpstr>MOBILE WEB</vt:lpstr>
      <vt:lpstr>Главное окно программы</vt:lpstr>
      <vt:lpstr>Цели и задачи проекта</vt:lpstr>
      <vt:lpstr>WHOA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МОБИЛЬНОГО ПРИЛОЖЕНИЯ «ПОИСК РЕЦЕПТОВ»</dc:title>
  <dc:creator/>
  <cp:lastModifiedBy>Виктория Трефил�</cp:lastModifiedBy>
  <cp:revision>3</cp:revision>
  <dcterms:created xsi:type="dcterms:W3CDTF">2026-10-26T19:31:44Z</dcterms:created>
  <dcterms:modified xsi:type="dcterms:W3CDTF">2026-10-26T20:00:19Z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1049-12.1.0.29162</vt:lpwstr>
  </property>
  <property fmtid="{D5CDD505-2E9C-101B-9397-08002B2CF9AE}" pid="3" name="ICV">
    <vt:lpwstr>7AE65864C70F4FB5B036E4D2DA71F28D_12</vt:lpwstr>
  </property>
</Properties>
</file>